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760be16ca64fd1" /><Relationship Type="http://schemas.openxmlformats.org/officeDocument/2006/relationships/extended-properties" Target="/docProps/app.xml" Id="R1dc189defee04f9b" /><Relationship Type="http://schemas.openxmlformats.org/officeDocument/2006/relationships/officeDocument" Target="/ppt/presentation.xml" Id="Re04c3d84978e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dfe36b94384450"/>
  </p:sldMasterIdLst>
  <p:notesMasterIdLst>
    <p:notesMasterId xmlns:r="http://schemas.openxmlformats.org/officeDocument/2006/relationships" r:id="Rd404f67a72eb4541"/>
  </p:notesMasterIdLst>
  <p:sldIdLst>
    <p:sldId xmlns:r="http://schemas.openxmlformats.org/officeDocument/2006/relationships" id="256" r:id="R5e0e8b98c0b647a8"/>
    <p:sldId xmlns:r="http://schemas.openxmlformats.org/officeDocument/2006/relationships" id="257" r:id="R0cebfe0aa1274b24"/>
    <p:sldId xmlns:r="http://schemas.openxmlformats.org/officeDocument/2006/relationships" id="258" r:id="Rfb0452ad408149da"/>
    <p:sldId xmlns:r="http://schemas.openxmlformats.org/officeDocument/2006/relationships" id="259" r:id="R1f3681fae9414c37"/>
    <p:sldId xmlns:r="http://schemas.openxmlformats.org/officeDocument/2006/relationships" id="260" r:id="R2133684c372c4706"/>
    <p:sldId xmlns:r="http://schemas.openxmlformats.org/officeDocument/2006/relationships" id="261" r:id="Rf17abfc0d6944b6d"/>
    <p:sldId xmlns:r="http://schemas.openxmlformats.org/officeDocument/2006/relationships" id="262" r:id="Rcc96a3e6bad345fa"/>
    <p:sldId xmlns:r="http://schemas.openxmlformats.org/officeDocument/2006/relationships" id="263" r:id="R5419984d8f524cfb"/>
    <p:sldId xmlns:r="http://schemas.openxmlformats.org/officeDocument/2006/relationships" id="264" r:id="Reb134cd1702f4d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9018c4d4e04192" /><Relationship Type="http://schemas.openxmlformats.org/officeDocument/2006/relationships/slideMaster" Target="/ppt/slideMasters/slideMaster1.xml" Id="Rbadfe36b94384450" /><Relationship Type="http://schemas.openxmlformats.org/officeDocument/2006/relationships/notesMaster" Target="/ppt/notesMasters/notesMaster1.xml" Id="Rd404f67a72eb4541" /><Relationship Type="http://schemas.openxmlformats.org/officeDocument/2006/relationships/presProps" Target="/ppt/presProps.xml" Id="Rba0f747725e04c24" /><Relationship Type="http://schemas.openxmlformats.org/officeDocument/2006/relationships/tableStyles" Target="/ppt/tableStyles.xml" Id="Rd1586787aef441b5" /><Relationship Type="http://schemas.openxmlformats.org/officeDocument/2006/relationships/slide" Target="/ppt/slides/slide1.xml" Id="R5e0e8b98c0b647a8" /><Relationship Type="http://schemas.openxmlformats.org/officeDocument/2006/relationships/slide" Target="/ppt/slides/slide2.xml" Id="R0cebfe0aa1274b24" /><Relationship Type="http://schemas.openxmlformats.org/officeDocument/2006/relationships/slide" Target="/ppt/slides/slide3.xml" Id="Rfb0452ad408149da" /><Relationship Type="http://schemas.openxmlformats.org/officeDocument/2006/relationships/slide" Target="/ppt/slides/slide4.xml" Id="R1f3681fae9414c37" /><Relationship Type="http://schemas.openxmlformats.org/officeDocument/2006/relationships/slide" Target="/ppt/slides/slide5.xml" Id="R2133684c372c4706" /><Relationship Type="http://schemas.openxmlformats.org/officeDocument/2006/relationships/slide" Target="/ppt/slides/slide6.xml" Id="Rf17abfc0d6944b6d" /><Relationship Type="http://schemas.openxmlformats.org/officeDocument/2006/relationships/slide" Target="/ppt/slides/slide7.xml" Id="Rcc96a3e6bad345fa" /><Relationship Type="http://schemas.openxmlformats.org/officeDocument/2006/relationships/slide" Target="/ppt/slides/slide8.xml" Id="R5419984d8f524cfb" /><Relationship Type="http://schemas.openxmlformats.org/officeDocument/2006/relationships/slide" Target="/ppt/slides/slide9.xml" Id="Reb134cd1702f4d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17550f7aaf4c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00d4745bfb4f9c" /><Relationship Type="http://schemas.openxmlformats.org/officeDocument/2006/relationships/notesMaster" Target="/ppt/notesMasters/notesMaster1.xml" Id="R4226a8b432bf4d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535d7ff31e4ba5" /><Relationship Type="http://schemas.openxmlformats.org/officeDocument/2006/relationships/notesMaster" Target="/ppt/notesMasters/notesMaster1.xml" Id="R82bd577eb9b64f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ebfd8fb7c04333" /><Relationship Type="http://schemas.openxmlformats.org/officeDocument/2006/relationships/notesMaster" Target="/ppt/notesMasters/notesMaster1.xml" Id="R712fa2abcb5f44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2d7cf96ed142bd" /><Relationship Type="http://schemas.openxmlformats.org/officeDocument/2006/relationships/notesMaster" Target="/ppt/notesMasters/notesMaster1.xml" Id="R9f05ce56f7ff44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7dc2188b8a43d9" /><Relationship Type="http://schemas.openxmlformats.org/officeDocument/2006/relationships/notesMaster" Target="/ppt/notesMasters/notesMaster1.xml" Id="R7afe0e50600844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e144fa5b114521" /><Relationship Type="http://schemas.openxmlformats.org/officeDocument/2006/relationships/notesMaster" Target="/ppt/notesMasters/notesMaster1.xml" Id="Reea5581b8ce146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8ca3c3cc234b22" /><Relationship Type="http://schemas.openxmlformats.org/officeDocument/2006/relationships/notesMaster" Target="/ppt/notesMasters/notesMaster1.xml" Id="Rd42f92dc402e4c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91d413eb554bb1" /><Relationship Type="http://schemas.openxmlformats.org/officeDocument/2006/relationships/notesMaster" Target="/ppt/notesMasters/notesMaster1.xml" Id="R944041a2594144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88a7b870bd407c" /><Relationship Type="http://schemas.openxmlformats.org/officeDocument/2006/relationships/notesMaster" Target="/ppt/notesMasters/notesMaster1.xml" Id="R183362d1dd2d4e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本页讲解：参考包的入口 SKILL.md 说明何时使用、怎样完成和停止；业务规则在 references，处理代码在 scripts/pipeline.py。tests 保存程序检查、输入样例和已确认答案；evals/evals.json 保存让 Agent 完成的任务与核对项，直接引用 tests 的样例和答案。它可以由人或负责评审的 LLM 读取。任务实际执行后，再把输出和工具执行记录交给评审方；仅有配置文件不会产生评估结果。当前参考包没有自动评估程序，tests/check-regression.py 只检查固定脚本。简单任务仍可只有 SKILL.md，模板等资源按需放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来源与对应：用实际 ticket-daily-report 参考包目录说明职责。assets/ 可按需增加。Agent Skills 规范仅要求 SKILL.md；tests/evals 为按需扩展。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参考包的 pipeline.py 执行输入检查、处理与校验。目标同事的 Qoder 环境仍需分别验证。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本页讲解：工单跟练先验证结果与安装复用。更完整的 Task Evals 使用固定的真实任务和相同 Tests 比较版本：10 个 Golden Tasks 覆盖登录、支付、权限、超时和异常处理；假设 V1 完成 6 个、V2 完成 8 个，成功率从 60% 到 80%，提升 20 个百分点，同时比较质量、耗时、Token 和失败原因。数字仅为示例，需重复运行并控制模型、工具、数据和环境。评分可用程序、人工或 LLM。例如，参考包正常任务完成后，另开评审 Chat，提供 evals.json 的场景 1、已确认答案、实际日报及工具执行记录，请它逐项给出结论和证据。日报为 65，但没有实际调用日志时，调用项应为 UNKNOWN；日报为 39 时，数字项为 FAIL。只让 LLM 核对已有材料不会重跑任务，当前没有自动评估程序。Trigger 看正确触发，Production 持续观察真实质量、成本与失败。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本页讲解：从一件重复工作开始。已有 Skill 时，先用只读自评定位缺口；没有 Skill 时先完成前面的四步。检查计划只列场景、输入和标准，不会生成测试文件。确认计划后，再要求 AI 补齐 tests 与 evals，检查文件是否齐全、引用是否正确，再分别运行程序检查和 Agent 任务。未确认的口径先留待确认，生成文件本身不算通过。准备分享时，请同事拿同版本重做正常、变化和异常案例。把脱敏输入、预期与实际和执行记录交给张坚、李琦，便于重现和修复。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继续阅读：deep.html#verification-prep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bd6aa517b43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4bbe10cd549c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94ac061aa54d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be50607e5426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1ab724ba4b40a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9bdc76976247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95BA27-AA82-4F39-8680-BA32AED07E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54CA545-DB0C-4294-B891-931ADFDE13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4FD8704-ACB8-4799-B5F1-C6B8658391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0211D9-78DB-4A0C-86F5-65E5953BB0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996B5A2-CBC3-46BB-9604-3235BC903C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209416C-C523-4DDF-918C-E158744835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1392A5-A41F-4ACE-9440-392107AE2E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589E83D-2EBE-4CE0-8BE5-89FFEF11026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E4A6CB-BB69-4248-A323-B924C2DFD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706F64-7B8C-42CE-8588-C7F2512DFD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178f3f44b343c9" /><Relationship Type="http://schemas.openxmlformats.org/officeDocument/2006/relationships/slideLayout" Target="/ppt/slideLayouts/slideLayout1.xml" Id="Ra9694ecb44cd4e03" /><Relationship Type="http://schemas.openxmlformats.org/officeDocument/2006/relationships/slideLayout" Target="/ppt/slideLayouts/slideLayout2.xml" Id="R964da9e9ef2f47a6" /><Relationship Type="http://schemas.openxmlformats.org/officeDocument/2006/relationships/slideLayout" Target="/ppt/slideLayouts/slideLayout3.xml" Id="R73525fa4f7b24297" /><Relationship Type="http://schemas.openxmlformats.org/officeDocument/2006/relationships/slideLayout" Target="/ppt/slideLayouts/slideLayout4.xml" Id="R8599297b4624475c" /><Relationship Type="http://schemas.openxmlformats.org/officeDocument/2006/relationships/slideLayout" Target="/ppt/slideLayouts/slideLayout5.xml" Id="Rd7e880bf87bf4f91" /><Relationship Type="http://schemas.openxmlformats.org/officeDocument/2006/relationships/slideLayout" Target="/ppt/slideLayouts/slideLayout6.xml" Id="R5fce3464315349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94ecb44cd4e03"/>
    <p:sldLayoutId xmlns:r="http://schemas.openxmlformats.org/officeDocument/2006/relationships" id="2147483650" r:id="R964da9e9ef2f47a6"/>
    <p:sldLayoutId xmlns:r="http://schemas.openxmlformats.org/officeDocument/2006/relationships" id="2147483651" r:id="R73525fa4f7b24297"/>
    <p:sldLayoutId xmlns:r="http://schemas.openxmlformats.org/officeDocument/2006/relationships" id="2147483652" r:id="R8599297b4624475c"/>
    <p:sldLayoutId xmlns:r="http://schemas.openxmlformats.org/officeDocument/2006/relationships" id="2147483653" r:id="Rd7e880bf87bf4f91"/>
    <p:sldLayoutId xmlns:r="http://schemas.openxmlformats.org/officeDocument/2006/relationships" id="2147483654" r:id="R5fce3464315349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39936941c4e0d" /><Relationship Type="http://schemas.openxmlformats.org/officeDocument/2006/relationships/image" Target="/ppt/media/image.png" Id="R61ee3d1a3d8e4578" /><Relationship Type="http://schemas.openxmlformats.org/officeDocument/2006/relationships/notesSlide" Target="/ppt/notesSlides/notesSlide1.xml" Id="R893b068738e741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bf50ceb5a64c4c" /><Relationship Type="http://schemas.openxmlformats.org/officeDocument/2006/relationships/image" Target="/ppt/media/image2.png" Id="R83cb7c5500244cba" /><Relationship Type="http://schemas.openxmlformats.org/officeDocument/2006/relationships/notesSlide" Target="/ppt/notesSlides/notesSlide2.xml" Id="R131cc97fcf284a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1a4c2832ca4b60" /><Relationship Type="http://schemas.openxmlformats.org/officeDocument/2006/relationships/image" Target="/ppt/media/image3.png" Id="R95159a502b5e44cf" /><Relationship Type="http://schemas.openxmlformats.org/officeDocument/2006/relationships/notesSlide" Target="/ppt/notesSlides/notesSlide3.xml" Id="R9b2792de76824f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83967ecbc4441a" /><Relationship Type="http://schemas.openxmlformats.org/officeDocument/2006/relationships/image" Target="/ppt/media/image4.png" Id="Rb50141ee0feb4b10" /><Relationship Type="http://schemas.openxmlformats.org/officeDocument/2006/relationships/notesSlide" Target="/ppt/notesSlides/notesSlide4.xml" Id="Rd2a88f64f5014e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d24f4ede944792" /><Relationship Type="http://schemas.openxmlformats.org/officeDocument/2006/relationships/image" Target="/ppt/media/image5.png" Id="R32b352f8bc1d4a10" /><Relationship Type="http://schemas.openxmlformats.org/officeDocument/2006/relationships/notesSlide" Target="/ppt/notesSlides/notesSlide5.xml" Id="R5233200716f747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c7d2b7b3146c0" /><Relationship Type="http://schemas.openxmlformats.org/officeDocument/2006/relationships/image" Target="/ppt/media/image6.png" Id="Redc30f7efab54855" /><Relationship Type="http://schemas.openxmlformats.org/officeDocument/2006/relationships/notesSlide" Target="/ppt/notesSlides/notesSlide6.xml" Id="R8ce84da3421445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157be1c4ac4227" /><Relationship Type="http://schemas.openxmlformats.org/officeDocument/2006/relationships/image" Target="/ppt/media/image7.png" Id="R5277f41b29c7424e" /><Relationship Type="http://schemas.openxmlformats.org/officeDocument/2006/relationships/notesSlide" Target="/ppt/notesSlides/notesSlide7.xml" Id="Rba41b9501c3f44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f9b754cc6e4baa" /><Relationship Type="http://schemas.openxmlformats.org/officeDocument/2006/relationships/image" Target="/ppt/media/image8.png" Id="R7635645779754662" /><Relationship Type="http://schemas.openxmlformats.org/officeDocument/2006/relationships/notesSlide" Target="/ppt/notesSlides/notesSlide8.xml" Id="R8ae6bf364e3a46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f79b43f21842fb" /><Relationship Type="http://schemas.openxmlformats.org/officeDocument/2006/relationships/image" Target="/ppt/media/image9.png" Id="Rbe77f6e84d05417f" /><Relationship Type="http://schemas.openxmlformats.org/officeDocument/2006/relationships/notesSlide" Target="/ppt/notesSlides/notesSlide9.xml" Id="Rd5026c0fe85544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AAE93C-357C-4B33-B4A4-35137A6925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e3d1a3d8e457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566138E-1D83-46B2-B472-332F8D06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C28735-5FA9-47C3-80A6-8975DF2A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46420B2-2163-4271-981D-6845A58A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AC30BC94-003F-42D1-B336-EB2921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1ACDC7C8-41D7-4501-AD86-A4388D4D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6EE68455-AA2E-4C09-8A42-AC76E333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AD4171C8-DFBE-49BB-8363-9F2F1FA9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A11E3397-9B8D-4862-9D2F-96D750B9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3B6EE407-9DD4-47FF-9A8B-9573E1C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056E486F-267C-4907-B822-2A2195BF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E1CE6EE3-0BA9-4E75-9A6C-B213E580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724D3090-30E6-4FF5-8B7C-CE2A9306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67F81E5A-50B1-4C7F-9C99-064E1042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68D73FFD-5CE7-49AA-8B31-B736144E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F6A3A213-C0A8-4B78-BF4E-57934EC6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15183ED4-7DF6-4AD8-822C-60DBDE54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A959F208-4C7B-45C9-B3F6-BD923EC2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E274AEC5-1773-4E38-9F5F-B15B1333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F1406DCC-4598-41CA-B570-A0FC0BFE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02C78C2E-EEAA-4A7E-A005-4B2E7061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28CF5620-BE5F-4E54-88A1-9EBB02DE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FDFF45B1-91AC-40FE-8E1E-0982BF50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B42D40EC-3A75-45DA-8D20-2FF1DB0A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52819DD8-E6DA-4188-BC9D-5A0BFB10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5CC99E77-B470-4864-B0E7-C74D4827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7B30A287-400E-411E-8A77-26F240C4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21DAA40D-D49E-4335-BFED-CAA35639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ACACBD85-7371-4F83-BE01-3A1A30A4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F24C747B-1BC5-4A1D-ADB4-2E931904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0CC35FFB-B269-4FE1-A243-54758DF8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886570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85E245-D6E9-45E5-B0A3-4E9DE76EF0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b7c5500244cb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9F26B0F-854F-4DFB-A3A5-4E13A313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0CBCB8-2C05-4166-970B-E2E563CE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7FC6B64-8339-42FA-A9CE-BB3A7646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5543FAC9-1F30-400C-BAF0-6DCF307A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CBE1ED-26A4-4A3B-83A7-9C798A9DA0EC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F22F5B42-137F-407E-B2B5-CA780241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79074F1A-9C2D-4C43-AFCF-C67FD7F5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61DE4178-0979-40EF-B3FC-F029357F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8FC1C3BF-971C-466A-832E-B2F0DE09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916669BF-A1B0-4DC6-B0E0-0E6CCF79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F8AC1E2C-DABA-4D07-9C68-CE3DA4CD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AC173554-0185-4DB4-9559-67D00B62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50A97218-6C7C-4FC0-B3A2-3E9D0540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122484FE-DA90-4E8B-8CAB-1930E14A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748BEE0D-53F3-433C-A7BD-10E6E5EC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CA3C18E2-D87F-4A45-9C73-E7F58D71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53E53B35-07BA-4F37-944F-7B67C75B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204F7DCD-0D17-4E96-8DCA-47596BF7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B5557B0C-1A89-4F3F-9211-D25BB25E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14907032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A58D2E-25F9-409C-BBB7-BA71CAAD31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59a502b5e44c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EED52B3-028A-4DEE-8D9B-D2A49F0E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2F0B3B-7243-432A-A83F-7C9BC5B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DE79BE0D-BFA0-4013-AD81-90233E1D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A1000BB4-C9E2-4CA4-9D31-2B3212B2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580B0AD2-112E-4925-8D33-B73C2574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5B655291-0D48-4258-A6D2-3A9A6DA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D8C594E6-3B57-4AA8-A9BB-2FB0F52F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F3832CCF-20B6-4FAB-9FC6-1A9BA1CC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18E6302F-8FC7-4F60-9EA8-FA4F101D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95161134-C475-4AAF-B8F3-EA107A1E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4DF01D31-0D3B-4C69-9C2A-4E49D054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058BE687-E74D-4BA3-AF46-5EE26783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3534E6CD-1DAA-462D-8024-4B5F7804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4DB2E9E1-C3BC-4B05-B72B-18FB4D81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834F3EAF-2C8F-4E3C-812A-03D6217F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6D208D1C-0DED-4ABD-A262-0834D5FE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1128685C-5DAF-4B64-90E1-61BEC36C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F1A9EC6C-01FF-48AD-898E-75ECB3D9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0335F676-6B41-4E88-912B-0A0C84CB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6876A3FB-2CF3-4838-A582-F7411820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619E9B70-B6B8-4656-999B-044876A5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899EF0C4-31A2-4BDC-909E-DB65DA27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8D6B0FA4-A163-4D68-88B6-6C9B2678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8FD4A892-8C94-48D1-BD76-8201567A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8EE2E521-1344-4AEB-A749-5A166767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9748E60A-1634-403D-A133-1706AFDF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D3B68775-9120-40BF-B11B-2DFEB6D2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791B2A79-A9A0-4AFA-9251-74B5E1CD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18400269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238057-A743-4C59-9196-611FE191B4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141ee0feb4b1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3ADBDAC-E6FF-413E-B440-36EB9D91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476858-1300-47BB-80DA-B022C767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D0BF34D-6EC6-4037-8C19-6759A1D1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739E3CC6-7377-4AE9-9655-314F0D13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9247F5F5-B095-4E88-AE82-BFDF7A29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8D5ABEDC-F735-4A0C-B84B-E889D51F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A7544EC9-4ADD-4A6B-AE09-440270BB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639763BA-D8FA-4116-91EB-8CCEEF3C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4980366A-664D-44ED-91D8-C3048846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D31863E6-C157-4CB6-BC9A-1912EF7B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3B76060B-F29C-48F3-9F8B-3D283448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A87A92A0-6309-4A55-BB8D-C6E39DDE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0093B76F-5769-4761-9D4D-7C352D12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ACA1BC60-8B08-4B7F-970B-F324851F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7B59634E-D6D7-4560-A914-278C4230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771CF828-0DAD-4142-96D8-C0741357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9BA5D370-26D1-4CA7-8487-F69850B4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E5FB9294-EA3E-4890-B444-EBFF946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4ACB4526-EB14-4057-8763-B949A8FE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DDCECD41-E94F-4FA4-8115-2CC578E7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9EAA23A6-826B-4E11-8169-FCA94190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F76AF05C-4D7E-4E38-A058-17305EE1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69058C8A-7F5F-4C80-90DC-3E29A945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1D612D5A-E9EB-4138-AF2B-AF239C39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B2A7DE2E-7A40-43EF-B9BB-2E694560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229F2BD9-2E96-4983-9D94-07BBEE18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75520B7A-2B77-4ABF-8570-D892F42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AA80C097-E7FD-4D4F-8B07-EFD918CF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0EC69EC0-8DA2-4128-BF69-33808C58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D20C1003-F3E0-49A7-AD83-68BE7FE6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CD8F323B-0E66-4583-8109-07A54BB2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4D0CFB93-FC39-4AEB-81D7-7F59AA4B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A55BF79D-EA22-446E-8875-3DD139A8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5A06DFD3-33AF-4CE4-BEF2-994FF531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D0725A35-3572-453E-A4A3-662F2E62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2BD01D7-216D-42B5-A6A8-CA25B31F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A1575AC5-4F7D-49E3-82DF-F1528D96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9631D703-AF46-4F4E-B0BC-28F0D8C3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D8A3BD33-7339-4D71-88E5-47567C2E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12576263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75967-2F76-45C7-B235-E6FD2DC303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b352f8bc1d4a1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F519551F-7E2F-4239-991E-3E73C6BD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D83679-95D4-4517-BA0D-A71F548D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B3C6909-EBBE-4690-8962-F1458B7F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6440E-5D61-4BE7-8D14-E0F199FA1245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3ABAB19-3FEA-4D75-8B2C-569DF320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3C2CCB84-9EDB-40E3-AE00-B78D294D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BF67C3C9-5538-4BBE-8BAB-A031C7F9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216AB892-0435-42A4-905C-67DF576F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771288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A0A21D-6092-4655-8E10-D9D5BA149A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30f7efab5485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1355CE2-8BD0-4118-9D8D-9E0507DC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402883-A5FD-4F9E-9676-587A8629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D15F341-C8FA-4CBC-ABD1-B5B96396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参考工单 Skill：入口、规则、实现、测试和评估场景各有用途。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DAA6B7CA-1029-4CA3-ABE7-F48EC6D1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A65EDAF1-EF89-437A-B88E-B066C21E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7F3D7EFC-1662-4CE0-9BB7-E6FC157B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143BB44F-55EC-4973-B44C-7E1FB677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2990850"/>
            <a:ext cx="920496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A20E7653-442F-48D2-8B84-8B2B6C2C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80E7D0DD-4ADC-450F-9B2B-E0B24665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47F41CA2-1845-4238-87D8-D11CC26A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336E57A3-15EF-4A81-8E48-B56D1882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24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stem-4">
            <a:extLst xmlns:a="http://schemas.openxmlformats.org/drawingml/2006/main">
              <a:ext uri="{FF2B5EF4-FFF2-40B4-BE49-F238E27FC236}">
                <a16:creationId xmlns:a16="http://schemas.microsoft.com/office/drawing/2014/main" id="{3712FA98-013D-41E4-B02C-006A4CD8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irectory-0">
            <a:extLst xmlns:a="http://schemas.openxmlformats.org/drawingml/2006/main">
              <a:ext uri="{FF2B5EF4-FFF2-40B4-BE49-F238E27FC236}">
                <a16:creationId xmlns:a16="http://schemas.microsoft.com/office/drawing/2014/main" id="{03084AA1-0A5F-4C20-AF6B-B63D111C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5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F4FE451C-1104-4C9C-9F9F-5BF3BDD5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6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71E48E45-83EB-4969-A4C7-1114FCDF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7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99E19FD3-F860-47B2-ADB6-5456D270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使用条件与输入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8" name="directory-1">
            <a:extLst xmlns:a="http://schemas.openxmlformats.org/drawingml/2006/main">
              <a:ext uri="{FF2B5EF4-FFF2-40B4-BE49-F238E27FC236}">
                <a16:creationId xmlns:a16="http://schemas.microsoft.com/office/drawing/2014/main" id="{4F9D5DA3-A919-4764-91E7-A3E03B9E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44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47541108-F5FD-4958-B807-B3AA6431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20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DCDE33BA-B335-4997-AEC1-D57A3423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业务规则与数据契约</a:t>
            </a:r>
          </a:p>
        </p:txBody>
      </p:sp>
      <p:sp>
        <p:nvSpPr>
          <p:cNvPr id="21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05914765-01A9-4DC2-A3BC-462D8AD9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</p:txBody>
      </p:sp>
      <p:sp>
        <p:nvSpPr>
          <p:cNvPr id="22" name="directory-2">
            <a:extLst xmlns:a="http://schemas.openxmlformats.org/drawingml/2006/main">
              <a:ext uri="{FF2B5EF4-FFF2-40B4-BE49-F238E27FC236}">
                <a16:creationId xmlns:a16="http://schemas.microsoft.com/office/drawing/2014/main" id="{80B517EB-5DCC-4F39-9A8D-FCAF4A07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C327C254-83EA-4210-9761-66261FB8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4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01499D2A-7813-46D2-ABC9-6CB4C860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5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F336BC1A-CB29-4EB4-B214-9705F6A6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pipeline.py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检查、计算、校验</a:t>
            </a:r>
          </a:p>
        </p:txBody>
      </p:sp>
      <p:sp>
        <p:nvSpPr>
          <p:cNvPr id="26" name="directory-3">
            <a:extLst xmlns:a="http://schemas.openxmlformats.org/drawingml/2006/main">
              <a:ext uri="{FF2B5EF4-FFF2-40B4-BE49-F238E27FC236}">
                <a16:creationId xmlns:a16="http://schemas.microsoft.com/office/drawing/2014/main" id="{4B9A0505-1B62-48BA-96E5-9EDF4FA6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A3243938-3602-444B-ACAF-F99E461B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tests/</a:t>
            </a:r>
          </a:p>
        </p:txBody>
      </p:sp>
      <p:sp>
        <p:nvSpPr>
          <p:cNvPr id="28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6BCD0A82-CA0F-4B99-9C83-B082AB16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程序测试与共用样例</a:t>
            </a:r>
          </a:p>
        </p:txBody>
      </p:sp>
      <p:sp>
        <p:nvSpPr>
          <p:cNvPr id="29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6D21ADB2-B333-4729-B6EC-5D112C4A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fixtures/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expected/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check-regression.py</a:t>
            </a:r>
          </a:p>
        </p:txBody>
      </p:sp>
      <p:sp>
        <p:nvSpPr>
          <p:cNvPr id="30" name="directory-4">
            <a:extLst xmlns:a="http://schemas.openxmlformats.org/drawingml/2006/main">
              <a:ext uri="{FF2B5EF4-FFF2-40B4-BE49-F238E27FC236}">
                <a16:creationId xmlns:a16="http://schemas.microsoft.com/office/drawing/2014/main" id="{F57A6805-35AA-4AB8-AA41-31B38F68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16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directory-4-label">
            <a:extLst xmlns:a="http://schemas.openxmlformats.org/drawingml/2006/main">
              <a:ext uri="{FF2B5EF4-FFF2-40B4-BE49-F238E27FC236}">
                <a16:creationId xmlns:a16="http://schemas.microsoft.com/office/drawing/2014/main" id="{A647DE5E-872E-47A5-9B96-DDB280B7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evals/</a:t>
            </a:r>
          </a:p>
        </p:txBody>
      </p:sp>
      <p:sp>
        <p:nvSpPr>
          <p:cNvPr id="32" name="directory-4-sub">
            <a:extLst xmlns:a="http://schemas.openxmlformats.org/drawingml/2006/main">
              <a:ext uri="{FF2B5EF4-FFF2-40B4-BE49-F238E27FC236}">
                <a16:creationId xmlns:a16="http://schemas.microsoft.com/office/drawing/2014/main" id="{FAAC412B-AEC6-4186-8FFF-05AF1A6E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AI 任务与核对标准</a:t>
            </a:r>
          </a:p>
        </p:txBody>
      </p:sp>
      <p:sp>
        <p:nvSpPr>
          <p:cNvPr id="33" name="directory-4-body">
            <a:extLst xmlns:a="http://schemas.openxmlformats.org/drawingml/2006/main">
              <a:ext uri="{FF2B5EF4-FFF2-40B4-BE49-F238E27FC236}">
                <a16:creationId xmlns:a16="http://schemas.microsoft.com/office/drawing/2014/main" id="{EB6E1D14-0F77-4795-9A4F-3ABE8223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evals.json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README.txt</a:t>
            </a:r>
          </a:p>
        </p:txBody>
      </p:sp>
      <p:sp>
        <p:nvSpPr>
          <p:cNvPr id="34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A19A50A4-14D1-4C60-A8F8-20CD7C3A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按需增加 assets/ 存放模板；evals.json 保存场景，当前没有自动评估程序。</a:t>
            </a:r>
          </a:p>
        </p:txBody>
      </p:sp>
      <p:sp>
        <p:nvSpPr>
          <p:cNvPr id="3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C9A7774-FF42-4242-86D7-6A5CA1F4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B07B5D77-05B0-468F-85E3-0EF31CBB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7" name="byline">
            <a:extLst xmlns:a="http://schemas.openxmlformats.org/drawingml/2006/main">
              <a:ext uri="{FF2B5EF4-FFF2-40B4-BE49-F238E27FC236}">
                <a16:creationId xmlns:a16="http://schemas.microsoft.com/office/drawing/2014/main" id="{35EC8361-4F2A-4F6A-9AE2-65DCFF69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8" name="page">
            <a:extLst xmlns:a="http://schemas.openxmlformats.org/drawingml/2006/main">
              <a:ext uri="{FF2B5EF4-FFF2-40B4-BE49-F238E27FC236}">
                <a16:creationId xmlns:a16="http://schemas.microsoft.com/office/drawing/2014/main" id="{182B6CA2-81A8-473D-B14C-BF92E50A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5554809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9BB482-DE9E-4286-BC7E-8C74E4C01D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7f41b29c7424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5C98513-21ED-45D8-B2BE-14EBF223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738904-7040-4835-9961-E57A2314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877F32A2-C430-4E83-9DB1-D8E00481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251A4AE4-6F00-4AF7-8691-A5D40650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AA5019D9-58ED-4979-824D-CB31498D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AE426478-EE32-4E3F-95A3-847C4789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F93D585B-9936-4DAE-AC3D-25553310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834B453B-42C1-4A9A-BE1F-469301E3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1A7E67C0-38CB-41AB-8A50-E0A807FC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23C2BF0E-2A78-40E9-BC41-3ED25C0B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10325602-F027-46BD-95BE-D3B4B21A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3B083E64-9125-4DCC-A10F-78DB2BCC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DEC1B952-5BAE-4842-9EDC-090E4D4A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7D53782A-745B-4F24-ACA3-BE06331F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92A20D42-43DB-4533-9DF4-49208010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3E74C4B0-35E4-43F9-BB14-643400E6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9F5C36EE-18FE-43A0-84EA-4D697322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41D77291-2414-4ABD-B98F-CB096B7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4C5E860F-29A9-402F-B963-9A228529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99A508B3-6D22-4980-A6E4-5335225F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7CC5DAD8-B1FE-44CC-A7DE-7DFA3F6E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D0BC36F0-FFE0-4463-85D2-5F4B2E1E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5D1A298E-975B-4E30-802C-8ECB0FD8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71FA4DA9-CC8F-45F3-8F41-4E25522A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11BB6676-2F23-424D-92B9-B3C5DE5F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6256A10F-DC0D-48C1-8BFA-2C0787BA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7AAA8543-0AFF-4B78-B821-44E5326E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2137831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EC8713-5312-4B04-AFCD-34DEFC9C27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564577975466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FF003AAD-114F-4813-A248-A1616ADD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80041D-9026-4649-A205-5FE11D36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DB8EB2FA-B3E9-4BF3-8B56-DBC1D7B0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1C47E6FE-6526-4B7A-B59E-E8EBF75E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16D7C4D3-B8DD-457E-93F4-E4E02696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CA0DAA1C-473D-487E-BAF2-6CA6C337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AA2ED2E1-5FE8-4B64-B8DF-0D071428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8571FB8E-CFB9-4535-8FDF-0ECB5729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994F21F0-2A77-4B99-A89E-AAE534BC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DC9B1D8E-EB98-49EA-B466-369D06E6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E52EC4EB-BE22-4A15-A690-85C7D238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CC43AEC0-7CB8-443F-AF2F-46C97674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833F963D-85B5-4DB3-8F32-E4EFBC56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D3DBDB49-7FF0-4EB0-95C0-3A2EE38C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22FEF12F-7FD0-4B36-BFEA-D2ECDD6D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C0C6517E-63D7-4419-8230-487393BB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76F5FE1F-A0C6-468D-97EA-DACDE8E6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5F1CA2E9-F4EF-4D6D-B11D-4FC15358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D458DF50-F2C6-4412-8E97-755DBD0F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4FFDA025-E713-4629-AA85-78C7E6C6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B6AD63BF-9B49-45A7-8299-67B982F2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1E1514D9-EC30-4358-BBB2-BE90A8E5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726991E3-3EC3-4864-9644-439EB8D3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A0BB3643-E6A1-4FD1-9154-FEFF06BF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63CFAA76-0852-46FC-A353-0658C81C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4A7CA39C-216A-4CF9-B4B2-508DAC11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grading-note">
            <a:extLst xmlns:a="http://schemas.openxmlformats.org/drawingml/2006/main">
              <a:ext uri="{FF2B5EF4-FFF2-40B4-BE49-F238E27FC236}">
                <a16:creationId xmlns:a16="http://schemas.microsoft.com/office/drawing/2014/main" id="{448FDA77-487A-41E6-9C15-824F79FF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LLM 核对示例：场景 1 + 实际输出 + 执行记录 → 逐项结论与证据（见讲解）。</a:t>
            </a:r>
          </a:p>
        </p:txBody>
      </p:sp>
      <p:sp>
        <p:nvSpPr>
          <p:cNvPr id="29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75CE16E-E993-4E89-9AC4-6AD8BDE2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3E51EEAA-4AC9-45FD-8330-7E2190AE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1" name="byline">
            <a:extLst xmlns:a="http://schemas.openxmlformats.org/drawingml/2006/main">
              <a:ext uri="{FF2B5EF4-FFF2-40B4-BE49-F238E27FC236}">
                <a16:creationId xmlns:a16="http://schemas.microsoft.com/office/drawing/2014/main" id="{CD32CB40-0F86-4D1D-9629-13BC72A3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2" name="page">
            <a:extLst xmlns:a="http://schemas.openxmlformats.org/drawingml/2006/main">
              <a:ext uri="{FF2B5EF4-FFF2-40B4-BE49-F238E27FC236}">
                <a16:creationId xmlns:a16="http://schemas.microsoft.com/office/drawing/2014/main" id="{6BD7129C-BDC2-4CF6-8D66-EFBC6F21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17873273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BE6531-B5BE-4D1A-80E6-E86791B230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7f6e84d05417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D59AB32D-43AD-4231-95D8-B1E20E8A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19AB34-3C49-4202-8CFC-925140B8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2A4F811-51CC-4765-8858-0F60514D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9DF15144-D4FA-49E7-9E9D-4F409EF8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CD672AD5-CA82-4AEF-B1DC-AF43114E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F417F56B-60C9-49A2-B145-7CF8D488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E2B44C2E-77E0-4238-AD8F-F4186E6F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93E4E73A-BECA-4C12-87AD-E67D7FE3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4FB38FB9-3C57-4194-920D-BD6CE9F9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BF689291-1C41-403D-B0FA-C8E4A0F9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8AA1B330-042B-4BA8-AD0A-71EC1885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完成三类验证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FFDE3E6F-1040-4BC3-A839-78DCE331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正常、变化、异常，核对结果与停止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E9CCF7B8-ED71-45AA-90BF-9F903B18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0658CE03-2FD4-4DAD-A7CD-01674FB6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EA901EF3-DC63-43A0-BC07-5DDDE71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64E866B1-4BBE-4C6B-B94C-6EC56119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73078FBC-8979-4856-B602-451ACF1A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8F118F1F-FD2A-458F-842D-D8874C21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B493EE00-B036-4069-8E82-C78720C9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D62C55B0-92B9-4054-8F33-9FE20F01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291C6F30-21F0-48AE-851A-EA67FA5F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5F03F4DF-680F-4DAF-863D-481153E8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3155782-8C55-49C8-B998-F7F4B7CF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FA1A9D4A-FBA8-4007-ABE6-253C7909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5590F636-4A08-4134-991A-CA6B4AAD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2E3BBB7E-2A83-4D80-847D-7A12D571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1151173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2026-10-13T04:25:52.6600000Z</dcterms:created>
  <dcterms:modified xsi:type="dcterms:W3CDTF">2026-10-13T04:25:52.6600000Z</dcterms:modified>
</coreProperties>
</file>