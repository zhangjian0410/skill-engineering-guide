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981e64f6ba493d" /><Relationship Type="http://schemas.openxmlformats.org/officeDocument/2006/relationships/extended-properties" Target="/docProps/app.xml" Id="R1db1db8260e94204" /><Relationship Type="http://schemas.openxmlformats.org/officeDocument/2006/relationships/officeDocument" Target="/ppt/presentation.xml" Id="R29e12687896a49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0e6188f99f45d1"/>
  </p:sldMasterIdLst>
  <p:notesMasterIdLst>
    <p:notesMasterId xmlns:r="http://schemas.openxmlformats.org/officeDocument/2006/relationships" r:id="R18b22d343d154fde"/>
  </p:notesMasterIdLst>
  <p:sldIdLst>
    <p:sldId xmlns:r="http://schemas.openxmlformats.org/officeDocument/2006/relationships" id="256" r:id="Re6f855066cb443b7"/>
    <p:sldId xmlns:r="http://schemas.openxmlformats.org/officeDocument/2006/relationships" id="257" r:id="Rfd236bdccd3f4feb"/>
    <p:sldId xmlns:r="http://schemas.openxmlformats.org/officeDocument/2006/relationships" id="258" r:id="R2b3fef7e59ab49a0"/>
    <p:sldId xmlns:r="http://schemas.openxmlformats.org/officeDocument/2006/relationships" id="259" r:id="Re615e6a0d2714568"/>
    <p:sldId xmlns:r="http://schemas.openxmlformats.org/officeDocument/2006/relationships" id="260" r:id="Ra1a69636580e4d0b"/>
    <p:sldId xmlns:r="http://schemas.openxmlformats.org/officeDocument/2006/relationships" id="261" r:id="R858953b09f184e78"/>
    <p:sldId xmlns:r="http://schemas.openxmlformats.org/officeDocument/2006/relationships" id="262" r:id="R605e787c613d4da5"/>
    <p:sldId xmlns:r="http://schemas.openxmlformats.org/officeDocument/2006/relationships" id="263" r:id="R4684d113f2874311"/>
    <p:sldId xmlns:r="http://schemas.openxmlformats.org/officeDocument/2006/relationships" id="264" r:id="Rf2cb5a6cf7cb4fd3"/>
    <p:sldId xmlns:r="http://schemas.openxmlformats.org/officeDocument/2006/relationships" id="265" r:id="R897076bd47904529"/>
    <p:sldId xmlns:r="http://schemas.openxmlformats.org/officeDocument/2006/relationships" id="266" r:id="R0cb8b092017f4b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e7b65b58d543a9" /><Relationship Type="http://schemas.openxmlformats.org/officeDocument/2006/relationships/slideMaster" Target="/ppt/slideMasters/slideMaster1.xml" Id="R3d0e6188f99f45d1" /><Relationship Type="http://schemas.openxmlformats.org/officeDocument/2006/relationships/notesMaster" Target="/ppt/notesMasters/notesMaster1.xml" Id="R18b22d343d154fde" /><Relationship Type="http://schemas.openxmlformats.org/officeDocument/2006/relationships/presProps" Target="/ppt/presProps.xml" Id="R634990fca17240b4" /><Relationship Type="http://schemas.openxmlformats.org/officeDocument/2006/relationships/tableStyles" Target="/ppt/tableStyles.xml" Id="R667cde59b6ab4903" /><Relationship Type="http://schemas.openxmlformats.org/officeDocument/2006/relationships/slide" Target="/ppt/slides/slide1.xml" Id="Re6f855066cb443b7" /><Relationship Type="http://schemas.openxmlformats.org/officeDocument/2006/relationships/slide" Target="/ppt/slides/slide2.xml" Id="Rfd236bdccd3f4feb" /><Relationship Type="http://schemas.openxmlformats.org/officeDocument/2006/relationships/slide" Target="/ppt/slides/slide3.xml" Id="R2b3fef7e59ab49a0" /><Relationship Type="http://schemas.openxmlformats.org/officeDocument/2006/relationships/slide" Target="/ppt/slides/slide4.xml" Id="Re615e6a0d2714568" /><Relationship Type="http://schemas.openxmlformats.org/officeDocument/2006/relationships/slide" Target="/ppt/slides/slide5.xml" Id="Ra1a69636580e4d0b" /><Relationship Type="http://schemas.openxmlformats.org/officeDocument/2006/relationships/slide" Target="/ppt/slides/slide6.xml" Id="R858953b09f184e78" /><Relationship Type="http://schemas.openxmlformats.org/officeDocument/2006/relationships/slide" Target="/ppt/slides/slide7.xml" Id="R605e787c613d4da5" /><Relationship Type="http://schemas.openxmlformats.org/officeDocument/2006/relationships/slide" Target="/ppt/slides/slide8.xml" Id="R4684d113f2874311" /><Relationship Type="http://schemas.openxmlformats.org/officeDocument/2006/relationships/slide" Target="/ppt/slides/slide9.xml" Id="Rf2cb5a6cf7cb4fd3" /><Relationship Type="http://schemas.openxmlformats.org/officeDocument/2006/relationships/slide" Target="/ppt/slides/slide10.xml" Id="R897076bd47904529" /><Relationship Type="http://schemas.openxmlformats.org/officeDocument/2006/relationships/slide" Target="/ppt/slides/slide11.xml" Id="R0cb8b092017f4b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fdf73bfe714c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473a9fb7924615" /><Relationship Type="http://schemas.openxmlformats.org/officeDocument/2006/relationships/notesMaster" Target="/ppt/notesMasters/notesMaster1.xml" Id="R702aae902ff148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888b9a86924d2b" /><Relationship Type="http://schemas.openxmlformats.org/officeDocument/2006/relationships/notesMaster" Target="/ppt/notesMasters/notesMaster1.xml" Id="R224877011adb42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1c2a4eb85b45d9" /><Relationship Type="http://schemas.openxmlformats.org/officeDocument/2006/relationships/notesMaster" Target="/ppt/notesMasters/notesMaster1.xml" Id="Rca3ee941d39a4f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6c5b8365184e6b" /><Relationship Type="http://schemas.openxmlformats.org/officeDocument/2006/relationships/notesMaster" Target="/ppt/notesMasters/notesMaster1.xml" Id="Rab91bd2a2ee947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de757753b8417d" /><Relationship Type="http://schemas.openxmlformats.org/officeDocument/2006/relationships/notesMaster" Target="/ppt/notesMasters/notesMaster1.xml" Id="Ra96db6201a164d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e83f6e447d45e7" /><Relationship Type="http://schemas.openxmlformats.org/officeDocument/2006/relationships/notesMaster" Target="/ppt/notesMasters/notesMaster1.xml" Id="Rd7c74641c52145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392f34ed3a4843" /><Relationship Type="http://schemas.openxmlformats.org/officeDocument/2006/relationships/notesMaster" Target="/ppt/notesMasters/notesMaster1.xml" Id="R39a3943759be4f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45b8f2bd4a459c" /><Relationship Type="http://schemas.openxmlformats.org/officeDocument/2006/relationships/notesMaster" Target="/ppt/notesMasters/notesMaster1.xml" Id="Re65436a6b84f4c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6427e61e44436a" /><Relationship Type="http://schemas.openxmlformats.org/officeDocument/2006/relationships/notesMaster" Target="/ppt/notesMasters/notesMaster1.xml" Id="R86d0612c6f3647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ea86b6d8e4457b" /><Relationship Type="http://schemas.openxmlformats.org/officeDocument/2006/relationships/notesMaster" Target="/ppt/notesMasters/notesMaster1.xml" Id="R6b74b7b179754c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46e90c7071f439d" /><Relationship Type="http://schemas.openxmlformats.org/officeDocument/2006/relationships/notesMaster" Target="/ppt/notesMasters/notesMaster1.xml" Id="R6d97337dbf1d44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从一次真实任务开始，把成功的方法沉淀成 Skill。看课件理解目标，再到“动手做”独立完成普通 Chat、提炼、安装和新 Chat 验证。完成基础检查后，可以结束本课；深入阅读解释原理和边界，进阶跟练按需继续。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来源：原版海报 downloads/skill-engineering-cover.png，保留完整画面与比例。</a:t>
            </a:r>
          </a:p>
          <a:p xmlns:a="http://schemas.openxmlformats.org/drawingml/2006/main">
            <a:r>
              <a:t>在线查看：https://skill-engineering-guide.pages.dev/poster</a:t>
            </a:r>
          </a:p>
          <a:p xmlns:a="http://schemas.openxmlformats.org/drawingml/2006/main">
            <a:r>
              <a:t>继续阅读：https://archer-ai-courses.pages.dev/courses/skill-engineering/practice.html#start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深入理解本页原理：https://archer-ai-courses.pages.dev/courses/skill-engineering/deep.html#skill-basics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打开第一步完整操作：https://archer-ai-courses.pages.dev/courses/skill-engineering/practice.html#ticket-practice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本页讲解：选择第一项实践时，先找经常重复、方法能说明、成果能核对的工作，例如周报整理、明细核对或按模板准备材料。再确认资料在哪里，AI 能访问和操作什么，允许读取、修改或发送的范围是什么。AI 能自主执行和纠错，仍可能误解要求或漏掉问题；数字要核对明细，分析要核对来源，数据冲突时应停下来请人确认。先在小范围试用，保留结果与核对记录，观察表现是否稳定。评估长期价值时，把节省的时间、复核、修错、费用和维护一起算。具体工具接入方式在深入阅读的补充说明中介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深入理解本页原理：https://archer-ai-courses.pages.dev/courses/skill-engineering/deep.html#business-fit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来源与对应：本页为业务选题与实施判断的工程建议。Agent Skills 格式 https://agentskills.io/specification；自主执行与约束 https://www.anthropic.com/research/trustworthy-agents；质量、成本与反馈 https://www.anthropic.com/engineering/building-effective-agents。用户确认以 Codex、Claude Code、Qoder 等完整执行产品的现有能力为前提，不按业务类型列禁止清单。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参考包的 pipeline.py 执行输入检查、处理与校验。目标同事的 Qoder 环境仍需分别验证。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开始四步跟练：https://archer-ai-courses.pages.dev/courses/skill-engineering/practice.html#start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深入理解本页原理：https://archer-ai-courses.pages.dev/courses/skill-engineering/deep.html#eval-walkthrough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本页讲解：先在“动手做”完成四步与末尾检查，再决定是否继续。想完善自己的 Skill 时，打开选做的进阶跟练：先做只读自评或检查计划，确认标准，再生成并运行 tests/evals。程序检查和 Agent 任务分别执行、保留记录，不把生成文件当作通过。想理解为什么这样验证，可以选读 Tests、Evals 与版本比较原理。基础四步完成就已达成本课练习目标。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选做：打开进阶跟练：https://archer-ai-courses.pages.dev/courses/skill-engineering/advanced.html#start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d2a13bf33e4b7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fc8bf254d94d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99a73905940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cec35a3e140a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ab04fdea7542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83fa06ea854a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615104-5E39-4F3C-910E-1B6BBD0A33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57A9990-3A18-4F5F-BBD8-D0CA164BA5F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6FE36D3-6479-4A2E-A776-9B707D3585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FC5BE0E-FF01-4E47-AF2A-C284318197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8AAB5F-2366-44A9-A034-442AEEC65B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104CEFC-0B66-48EE-AD82-270CFE19B6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D8BAFDD-8A62-411C-87CB-B1B64A5C2B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287E2F7-DC88-46E9-B417-9BDE97E0BC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26443F-A6CD-4A7F-B149-5C45D465AD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C80EACD-007E-46C2-A793-B2835A5866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08c8a2d33c14161" /><Relationship Type="http://schemas.openxmlformats.org/officeDocument/2006/relationships/slideLayout" Target="/ppt/slideLayouts/slideLayout1.xml" Id="R499a3eff8c5b4f67" /><Relationship Type="http://schemas.openxmlformats.org/officeDocument/2006/relationships/slideLayout" Target="/ppt/slideLayouts/slideLayout2.xml" Id="Raaeb57881d524ead" /><Relationship Type="http://schemas.openxmlformats.org/officeDocument/2006/relationships/slideLayout" Target="/ppt/slideLayouts/slideLayout3.xml" Id="Rc14b0dac6eeb4d8c" /><Relationship Type="http://schemas.openxmlformats.org/officeDocument/2006/relationships/slideLayout" Target="/ppt/slideLayouts/slideLayout4.xml" Id="R164b762abbaa43fc" /><Relationship Type="http://schemas.openxmlformats.org/officeDocument/2006/relationships/slideLayout" Target="/ppt/slideLayouts/slideLayout5.xml" Id="R89f71720bc2b44ae" /><Relationship Type="http://schemas.openxmlformats.org/officeDocument/2006/relationships/slideLayout" Target="/ppt/slideLayouts/slideLayout6.xml" Id="Rab53383ef571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9a3eff8c5b4f67"/>
    <p:sldLayoutId xmlns:r="http://schemas.openxmlformats.org/officeDocument/2006/relationships" id="2147483650" r:id="Raaeb57881d524ead"/>
    <p:sldLayoutId xmlns:r="http://schemas.openxmlformats.org/officeDocument/2006/relationships" id="2147483651" r:id="Rc14b0dac6eeb4d8c"/>
    <p:sldLayoutId xmlns:r="http://schemas.openxmlformats.org/officeDocument/2006/relationships" id="2147483652" r:id="R164b762abbaa43fc"/>
    <p:sldLayoutId xmlns:r="http://schemas.openxmlformats.org/officeDocument/2006/relationships" id="2147483653" r:id="R89f71720bc2b44ae"/>
    <p:sldLayoutId xmlns:r="http://schemas.openxmlformats.org/officeDocument/2006/relationships" id="2147483654" r:id="Rab53383ef571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c45c4de3924c47" /><Relationship Type="http://schemas.openxmlformats.org/officeDocument/2006/relationships/image" Target="/ppt/media/image.png" Id="Rd0d76c87d7064fdb" /><Relationship Type="http://schemas.openxmlformats.org/officeDocument/2006/relationships/notesSlide" Target="/ppt/notesSlides/notesSlide1.xml" Id="Rbcd987fd44014d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374fceb6524ea5" /><Relationship Type="http://schemas.openxmlformats.org/officeDocument/2006/relationships/image" Target="/ppt/media/image2.png" Id="R43e1612f33bf4197" /><Relationship Type="http://schemas.openxmlformats.org/officeDocument/2006/relationships/notesSlide" Target="/ppt/notesSlides/notesSlide2.xml" Id="R866fc495d65945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27cb3edd4b46f0" /><Relationship Type="http://schemas.openxmlformats.org/officeDocument/2006/relationships/image" Target="/ppt/media/image3.png" Id="Rea11687884ca4ad1" /><Relationship Type="http://schemas.openxmlformats.org/officeDocument/2006/relationships/notesSlide" Target="/ppt/notesSlides/notesSlide3.xml" Id="R6b7029f2ca4b43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4cdaeb456044ef" /><Relationship Type="http://schemas.openxmlformats.org/officeDocument/2006/relationships/image" Target="/ppt/media/image4.png" Id="Reefa72e8f1494adb" /><Relationship Type="http://schemas.openxmlformats.org/officeDocument/2006/relationships/notesSlide" Target="/ppt/notesSlides/notesSlide4.xml" Id="Rf169c640cde648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54fa1d43d64c3d" /><Relationship Type="http://schemas.openxmlformats.org/officeDocument/2006/relationships/image" Target="/ppt/media/image5.png" Id="R6ddb0c7ceabe4dd9" /><Relationship Type="http://schemas.openxmlformats.org/officeDocument/2006/relationships/notesSlide" Target="/ppt/notesSlides/notesSlide5.xml" Id="Rf304da1a93b84a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4f6764a55245df" /><Relationship Type="http://schemas.openxmlformats.org/officeDocument/2006/relationships/image" Target="/ppt/media/image6.png" Id="Rc2338641e9d142f8" /><Relationship Type="http://schemas.openxmlformats.org/officeDocument/2006/relationships/notesSlide" Target="/ppt/notesSlides/notesSlide6.xml" Id="R3ab49a8073f344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f917cc6fea498f" /><Relationship Type="http://schemas.openxmlformats.org/officeDocument/2006/relationships/image" Target="/ppt/media/image7.png" Id="R322b2641b1324806" /><Relationship Type="http://schemas.openxmlformats.org/officeDocument/2006/relationships/notesSlide" Target="/ppt/notesSlides/notesSlide7.xml" Id="Rccbf4fcf1ec540a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545fa398294e5e" /><Relationship Type="http://schemas.openxmlformats.org/officeDocument/2006/relationships/image" Target="/ppt/media/image8.png" Id="Rd279676a242f4fd6" /><Relationship Type="http://schemas.openxmlformats.org/officeDocument/2006/relationships/notesSlide" Target="/ppt/notesSlides/notesSlide8.xml" Id="R235ef29c65e941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83603e872d425c" /><Relationship Type="http://schemas.openxmlformats.org/officeDocument/2006/relationships/image" Target="/ppt/media/image9.png" Id="Rb1f72069cc47436e" /><Relationship Type="http://schemas.openxmlformats.org/officeDocument/2006/relationships/notesSlide" Target="/ppt/notesSlides/notesSlide9.xml" Id="Rb0ddb07578dd4b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0f070ebfcf482d" /><Relationship Type="http://schemas.openxmlformats.org/officeDocument/2006/relationships/image" Target="/ppt/media/image10.png" Id="R11db951829c340b3" /><Relationship Type="http://schemas.openxmlformats.org/officeDocument/2006/relationships/notesSlide" Target="/ppt/notesSlides/notesSlide10.xml" Id="Rdd2267009f8242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d9b8b703414dab" /><Relationship Type="http://schemas.openxmlformats.org/officeDocument/2006/relationships/image" Target="/ppt/media/image11.png" Id="R27233108301a4cf3" /><Relationship Type="http://schemas.openxmlformats.org/officeDocument/2006/relationships/notesSlide" Target="/ppt/notesSlides/notesSlide11.xml" Id="R8b21965b743543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C1690-91C6-47E9-BCB3-50D74DC99E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d76c87d7064fdb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51AA5AA2-F1AC-4235-A8E3-6F85C03A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71450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11</a:t>
            </a:r>
          </a:p>
        </p:txBody>
      </p:sp>
    </p:spTree>
    <p:extLst>
      <p:ext uri="{BB962C8B-B14F-4D97-AF65-F5344CB8AC3E}">
        <p14:creationId xmlns:p14="http://schemas.microsoft.com/office/powerpoint/2010/main" val="441540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D273E2-7828-49D2-9C5E-5386C7A242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1612f33bf419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E6C6CE1-2045-4316-AB87-BDF0A035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742CFB-BCA0-4AAF-806C-6A124B7C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2B97ED7-4208-4609-A623-704D42F2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4575D27A-504D-4921-AFCD-585E660A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0667477C-5BBE-427B-B7B6-D68F4B15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B24D6E1F-9AE6-4220-9CB8-3BFAC0E6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57B1A13C-D2EB-49E9-8838-F33F7F4C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CFC0BFDA-E67A-403B-9BB7-8624BBF6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33FD6162-7EB0-4761-BDF5-AC8F41A4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C35E87C5-4596-424A-B304-108F87DF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FA8278E1-1231-4D09-BFE5-1FEEBA21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024B87E5-80DF-44E3-8538-7B3AC9D0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F982C161-2244-48F4-8F02-DAB22C9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D78EF3EA-79C0-4569-A35E-7CB48F3A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78318E7C-7107-4435-B9B6-89311364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800A5613-8C65-4308-BD91-DEDEADE8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4FE626FB-37FA-4CAE-8CD0-1B9F3E3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A8B30D98-67BF-4C4E-812D-955D8DEC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7A59A2FE-0D7E-433E-8927-C4CAE97C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3B244777-6E60-4A5D-ACB9-4B7B3EFB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E41213FB-1EA3-477D-80D1-8551C61E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A597F283-1695-4D78-AE6D-2C847018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F291426D-A2A3-4D4F-8149-FCF5D0498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FD39B60C-CA58-4DCF-AB9B-8801CF9C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C563F69C-4FCD-434A-9E49-61F778A0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32131B22-E16D-4857-8ACB-C62CB0A4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910B8CE4-D8C0-41AE-91C7-9134BA1E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8676530B-7853-47B7-AE20-7DA5444B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9149E87F-A682-4561-867E-28836628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C5ED0C35-1F82-4DF0-8368-F545BE6A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11</a:t>
            </a:r>
          </a:p>
        </p:txBody>
      </p:sp>
    </p:spTree>
    <p:extLst>
      <p:ext uri="{BB962C8B-B14F-4D97-AF65-F5344CB8AC3E}">
        <p14:creationId xmlns:p14="http://schemas.microsoft.com/office/powerpoint/2010/main" val="14763803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55DBB5-209A-4C73-9F95-141C9441F5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11687884ca4ad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2A4965B-2624-41E1-836B-A07C1E19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16D2580-C92D-48BA-B3DD-421A9D4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73A67B9-015C-4A6C-8AAE-9F008606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3162C791-6C3E-428F-99B9-92C2F2CF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45408-DBF1-497A-9DEA-03732CE4E3B7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368FB2A1-5505-4FE9-BAB7-766A8F46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56EC9CB8-6947-45E9-B7E3-E03C6712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A8895523-EF78-4021-B253-AFC884DD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88FEFD56-7CA8-4276-93EF-3870A3F8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000D60F5-4667-405B-AC52-29F78F08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0F604D91-7CF3-4AB9-ACC0-7E658F7A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6D8D1B4E-D0B3-43A3-9BA3-CB563E2F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305DA54D-A21B-42D1-98D0-6C665B29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7B17E0AC-F530-4CF6-88F9-EB6DF763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D892321B-4ECD-4365-A64B-9A4D7335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C527A2A-0EE0-4976-8D72-C4ACCA6E2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2502983C-F1E8-40F8-AE69-8F6458A0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8E1603CF-4DFB-4CA6-9571-6E265FC7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9B4F99AB-5056-4869-A7FD-B70C30AB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11</a:t>
            </a:r>
          </a:p>
        </p:txBody>
      </p:sp>
    </p:spTree>
    <p:extLst>
      <p:ext uri="{BB962C8B-B14F-4D97-AF65-F5344CB8AC3E}">
        <p14:creationId xmlns:p14="http://schemas.microsoft.com/office/powerpoint/2010/main" val="19643620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A7DB51-309D-48B8-929B-71F4EBA139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a72e8f1494ad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2EB3A82-24F6-4338-B15F-C188C9BF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530AF5-3E55-4421-A7DB-3285C00B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EA31436-DCA8-4687-943A-F146B398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16FE9EFA-59C1-405A-8FAB-67A0780C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BDA32D4D-84C3-4C59-ACDB-328431E5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C8CAA9AD-3851-494E-B7F8-FE6ABD75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BDF0E4D2-6E70-45F7-B501-0A002058C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DD7D91E6-0BEF-4CD9-B437-F1B861D50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1334A8BF-D728-4BE5-9140-09E55699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7438C3C5-61F3-40B9-BC87-A0BAB15BF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9A798D5E-42AC-439B-A854-D57B8D2B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BFBADCEC-744F-43A1-95B6-C95363F6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940B56FB-F867-4F95-A22D-1BF8AA78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6E68C68B-560F-4157-B1B1-60E898F4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335A8513-521C-416F-AAB8-CAD2ECE3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FECEDE3E-8811-408C-982D-6CBCADA6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657C6377-0FB5-4714-8CDD-9F9AE536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33EDA76C-451F-43DC-B063-C770E7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A2A0469B-0C97-49C0-A5F7-7CA05125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52B89E49-4BF5-40EF-89E4-B395225F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E3E1D18E-2A3B-4A75-8F46-17434BB0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9A062256-C378-43E1-AD2E-4B267B18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7EFA97C4-F52E-40D3-8961-BBF8E884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7760B030-659A-418F-A540-C76744AD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944DBF63-DD04-4192-A9BF-55F1CEDA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DA9FF0D7-F119-4F0B-AD15-51C1F16A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57A8BAEC-13B3-49B7-A44C-5251A456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8D8096B7-9CBC-42C0-9F63-0BB2FD94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11</a:t>
            </a:r>
          </a:p>
        </p:txBody>
      </p:sp>
    </p:spTree>
    <p:extLst>
      <p:ext uri="{BB962C8B-B14F-4D97-AF65-F5344CB8AC3E}">
        <p14:creationId xmlns:p14="http://schemas.microsoft.com/office/powerpoint/2010/main" val="20199267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FE33A3-98A6-44BF-8C62-55D10346FE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b0c7ceabe4dd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84BE63B-58DF-42BC-B48B-A7EE46FB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849D76-3D59-44A1-BDF2-3EF1394A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哪些工作适合做成 Skill？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BA1E4FE-6A0F-4501-831A-6B267155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先选一项值得沉淀的工作，确认执行条件、验收方法和长期投入。</a:t>
            </a:r>
          </a:p>
        </p:txBody>
      </p:sp>
      <p:sp>
        <p:nvSpPr>
          <p:cNvPr id="5" name="business-0">
            <a:extLst xmlns:a="http://schemas.openxmlformats.org/drawingml/2006/main">
              <a:ext uri="{FF2B5EF4-FFF2-40B4-BE49-F238E27FC236}">
                <a16:creationId xmlns:a16="http://schemas.microsoft.com/office/drawing/2014/main" id="{364ACE50-C209-4DF7-ACD7-C51BBFDA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business-0-title">
            <a:extLst xmlns:a="http://schemas.openxmlformats.org/drawingml/2006/main">
              <a:ext uri="{FF2B5EF4-FFF2-40B4-BE49-F238E27FC236}">
                <a16:creationId xmlns:a16="http://schemas.microsoft.com/office/drawing/2014/main" id="{C694230F-2FFD-4D60-9A4E-A2939C82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1. 哪些工作值得先试？</a:t>
            </a:r>
          </a:p>
        </p:txBody>
      </p:sp>
      <p:sp>
        <p:nvSpPr>
          <p:cNvPr id="7" name="business-0-sub">
            <a:extLst xmlns:a="http://schemas.openxmlformats.org/drawingml/2006/main">
              <a:ext uri="{FF2B5EF4-FFF2-40B4-BE49-F238E27FC236}">
                <a16:creationId xmlns:a16="http://schemas.microsoft.com/office/drawing/2014/main" id="{BEDA09E6-643B-4DAD-9484-31AF1335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重复、方法清楚、结果可核对</a:t>
            </a:r>
          </a:p>
        </p:txBody>
      </p:sp>
      <p:sp>
        <p:nvSpPr>
          <p:cNvPr id="8" name="business-0-body">
            <a:extLst xmlns:a="http://schemas.openxmlformats.org/drawingml/2006/main">
              <a:ext uri="{FF2B5EF4-FFF2-40B4-BE49-F238E27FC236}">
                <a16:creationId xmlns:a16="http://schemas.microsoft.com/office/drawing/2014/main" id="{7741D2CB-C9EE-41A6-AEF5-A2EECB3A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周报整理、明细核对、按模板准备材料</a:t>
            </a:r>
          </a:p>
        </p:txBody>
      </p:sp>
      <p:sp>
        <p:nvSpPr>
          <p:cNvPr id="9" name="business-1">
            <a:extLst xmlns:a="http://schemas.openxmlformats.org/drawingml/2006/main">
              <a:ext uri="{FF2B5EF4-FFF2-40B4-BE49-F238E27FC236}">
                <a16:creationId xmlns:a16="http://schemas.microsoft.com/office/drawing/2014/main" id="{C6381491-9CFD-4526-969F-3727562E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8125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business-1-title">
            <a:extLst xmlns:a="http://schemas.openxmlformats.org/drawingml/2006/main">
              <a:ext uri="{FF2B5EF4-FFF2-40B4-BE49-F238E27FC236}">
                <a16:creationId xmlns:a16="http://schemas.microsoft.com/office/drawing/2014/main" id="{925F653E-4B98-42C0-A242-C0DCE9C8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5270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2. 完成任务需要哪些条件？</a:t>
            </a:r>
          </a:p>
        </p:txBody>
      </p:sp>
      <p:sp>
        <p:nvSpPr>
          <p:cNvPr id="11" name="business-1-sub">
            <a:extLst xmlns:a="http://schemas.openxmlformats.org/drawingml/2006/main">
              <a:ext uri="{FF2B5EF4-FFF2-40B4-BE49-F238E27FC236}">
                <a16:creationId xmlns:a16="http://schemas.microsoft.com/office/drawing/2014/main" id="{FEE0BACE-3CD9-450A-A5B6-183DA2D0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8132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资料在哪里，允许操作什么</a:t>
            </a:r>
          </a:p>
        </p:txBody>
      </p:sp>
      <p:sp>
        <p:nvSpPr>
          <p:cNvPr id="12" name="business-1-body">
            <a:extLst xmlns:a="http://schemas.openxmlformats.org/drawingml/2006/main">
              <a:ext uri="{FF2B5EF4-FFF2-40B4-BE49-F238E27FC236}">
                <a16:creationId xmlns:a16="http://schemas.microsoft.com/office/drawing/2014/main" id="{8601C692-EA8F-4FB6-B8A8-D7BFC473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0042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已有文件可直接处理；系统内资料先确认入口</a:t>
            </a:r>
          </a:p>
        </p:txBody>
      </p:sp>
      <p:sp>
        <p:nvSpPr>
          <p:cNvPr id="13" name="business-2">
            <a:extLst xmlns:a="http://schemas.openxmlformats.org/drawingml/2006/main">
              <a:ext uri="{FF2B5EF4-FFF2-40B4-BE49-F238E27FC236}">
                <a16:creationId xmlns:a16="http://schemas.microsoft.com/office/drawing/2014/main" id="{9D2193A3-D64D-4685-92BD-D22FAE04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business-2-title">
            <a:extLst xmlns:a="http://schemas.openxmlformats.org/drawingml/2006/main">
              <a:ext uri="{FF2B5EF4-FFF2-40B4-BE49-F238E27FC236}">
                <a16:creationId xmlns:a16="http://schemas.microsoft.com/office/drawing/2014/main" id="{E4E18F00-4980-45BF-B6BA-BB1084076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3. 怎样判断它做对了？</a:t>
            </a:r>
          </a:p>
        </p:txBody>
      </p:sp>
      <p:sp>
        <p:nvSpPr>
          <p:cNvPr id="15" name="business-2-sub">
            <a:extLst xmlns:a="http://schemas.openxmlformats.org/drawingml/2006/main">
              <a:ext uri="{FF2B5EF4-FFF2-40B4-BE49-F238E27FC236}">
                <a16:creationId xmlns:a16="http://schemas.microsoft.com/office/drawing/2014/main" id="{FBA484AB-726A-4929-84C6-9D3F8165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明确标准，试正常与异常情况</a:t>
            </a:r>
          </a:p>
        </p:txBody>
      </p:sp>
      <p:sp>
        <p:nvSpPr>
          <p:cNvPr id="16" name="business-2-body">
            <a:extLst xmlns:a="http://schemas.openxmlformats.org/drawingml/2006/main">
              <a:ext uri="{FF2B5EF4-FFF2-40B4-BE49-F238E27FC236}">
                <a16:creationId xmlns:a16="http://schemas.microsoft.com/office/drawing/2014/main" id="{A6F0F901-6ED0-43EF-9826-639DB9D2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数字核对明细；分析核对来源；冲突时停止</a:t>
            </a:r>
          </a:p>
        </p:txBody>
      </p:sp>
      <p:sp>
        <p:nvSpPr>
          <p:cNvPr id="17" name="business-3">
            <a:extLst xmlns:a="http://schemas.openxmlformats.org/drawingml/2006/main">
              <a:ext uri="{FF2B5EF4-FFF2-40B4-BE49-F238E27FC236}">
                <a16:creationId xmlns:a16="http://schemas.microsoft.com/office/drawing/2014/main" id="{A1DE5D9A-CE15-4B08-ACD3-6B823171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54673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business-3-title">
            <a:extLst xmlns:a="http://schemas.openxmlformats.org/drawingml/2006/main">
              <a:ext uri="{FF2B5EF4-FFF2-40B4-BE49-F238E27FC236}">
                <a16:creationId xmlns:a16="http://schemas.microsoft.com/office/drawing/2014/main" id="{06BBA7BE-362F-47D2-84B8-E7549AD15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210050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9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4. 长期使用是否划算？</a:t>
            </a:r>
          </a:p>
        </p:txBody>
      </p:sp>
      <p:sp>
        <p:nvSpPr>
          <p:cNvPr id="19" name="business-3-sub">
            <a:extLst xmlns:a="http://schemas.openxmlformats.org/drawingml/2006/main">
              <a:ext uri="{FF2B5EF4-FFF2-40B4-BE49-F238E27FC236}">
                <a16:creationId xmlns:a16="http://schemas.microsoft.com/office/drawing/2014/main" id="{BBFE46B5-1F64-4274-8C23-32125925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38675"/>
            <a:ext cx="50863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把运行、复核、修错和维护一起算</a:t>
            </a:r>
          </a:p>
        </p:txBody>
      </p:sp>
      <p:sp>
        <p:nvSpPr>
          <p:cNvPr id="20" name="business-3-body">
            <a:extLst xmlns:a="http://schemas.openxmlformats.org/drawingml/2006/main">
              <a:ext uri="{FF2B5EF4-FFF2-40B4-BE49-F238E27FC236}">
                <a16:creationId xmlns:a16="http://schemas.microsoft.com/office/drawing/2014/main" id="{377062C5-B97B-46AC-9227-AF1B8C45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057775"/>
            <a:ext cx="5086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节省多久、还需核对多久、失败和费用多少</a:t>
            </a:r>
          </a:p>
        </p:txBody>
      </p:sp>
      <p:sp>
        <p:nvSpPr>
          <p:cNvPr id="21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1D75692E-6346-4BFD-9AA7-691EBAD3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667D4E69-E3E4-47EA-AE10-0005DF5A3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先小范围试用，确认结果和操作范围，再判断是否值得长期复用。</a:t>
            </a:r>
          </a:p>
        </p:txBody>
      </p:sp>
      <p:sp>
        <p:nvSpPr>
          <p:cNvPr id="23" name="byline">
            <a:extLst xmlns:a="http://schemas.openxmlformats.org/drawingml/2006/main">
              <a:ext uri="{FF2B5EF4-FFF2-40B4-BE49-F238E27FC236}">
                <a16:creationId xmlns:a16="http://schemas.microsoft.com/office/drawing/2014/main" id="{22D18B47-3E1A-461F-9396-B8E02B31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4" name="page">
            <a:extLst xmlns:a="http://schemas.openxmlformats.org/drawingml/2006/main">
              <a:ext uri="{FF2B5EF4-FFF2-40B4-BE49-F238E27FC236}">
                <a16:creationId xmlns:a16="http://schemas.microsoft.com/office/drawing/2014/main" id="{5E98721D-BE7B-4039-A2BE-EF0EBF95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11</a:t>
            </a:r>
          </a:p>
        </p:txBody>
      </p:sp>
    </p:spTree>
    <p:extLst>
      <p:ext uri="{BB962C8B-B14F-4D97-AF65-F5344CB8AC3E}">
        <p14:creationId xmlns:p14="http://schemas.microsoft.com/office/powerpoint/2010/main" val="16715967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4A3A00-34B9-445C-8B5D-BA77AEEAAA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38641e9d142f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63CE22E-EE93-49C4-9CFA-4BD2FB8F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A958C6-B349-40AD-8F7F-8E245BA1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32226A0-9995-44FC-81A4-196A414C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F947CC5E-CA64-47D8-80C8-37C79B6A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F8EC254E-217D-487E-9AA3-2C16B46D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B67B3418-83AD-46AF-A070-B4DC8909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C625FCC5-CAC2-437F-B67F-5F53FD90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493EE2BB-40E3-4766-9E5D-64719E4C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03F387D3-E386-4D2A-8D49-ADB8ECAB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229E0865-C0F9-4A04-A0C7-81477E78A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B1C362A6-6B84-4A4A-8440-6FF2AD91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4F961246-EE13-4923-9FEA-78C5DD154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CABDAD42-7116-413B-8BD4-50ECAD76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DC71BB85-F885-41AC-B496-40F87F9E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66212CD7-45C3-4F55-B345-04E5098D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3AF4AE33-C1DD-411C-A75D-D08786D7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D3C558CA-9F53-426F-A934-4B79C93B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8E782F06-D3D0-47C5-91E1-042AF334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F96EE045-B3D1-496B-95DD-FF7C3EB0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5411C13B-7664-48BA-AC43-C76157FD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E5026EBC-A3CF-40F8-B1E0-8AFE2C2D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B8CE718A-2ACA-4124-88D9-C8DAEDCD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60E88DE4-1A65-44B6-B9A8-E8C0A95D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6DDC2180-C0AC-4698-8C16-54A2F85A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AD2138C2-3095-4DD6-97EB-1960211C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1658303F-60CC-43FD-A4A5-95C6DD7B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824DB22D-2033-473E-A292-5857FF64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D293E2BA-51DB-4ED7-824A-A4FAB448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57CD4027-F5E7-414B-8A28-824C1339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5D3F9A74-474E-408B-8BEA-BC51120F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0EC5D94C-68CB-4B8B-89C2-3A217F6D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4C955727-18D7-400A-B88A-51751DE1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8CCE9832-55CC-4A80-89C4-6BDD3A4AC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AECDE185-B305-4F80-8F65-46A1A78CC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BC0C7632-F246-4A64-9F42-AFB531E2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751BBFD6-BBEC-42D5-A55F-F04426CD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44AAEBFE-002E-4206-A092-AE4B0D7F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641E6B66-B64F-4E45-BFA4-63F355E0D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2EB4A113-EC75-43C2-94E7-F4ACFDEF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11</a:t>
            </a:r>
          </a:p>
        </p:txBody>
      </p:sp>
    </p:spTree>
    <p:extLst>
      <p:ext uri="{BB962C8B-B14F-4D97-AF65-F5344CB8AC3E}">
        <p14:creationId xmlns:p14="http://schemas.microsoft.com/office/powerpoint/2010/main" val="15528948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74780-D2A7-42F9-AE51-F82F3BC430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b2641b132480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4D080EA8-6865-44C9-A3AC-CC3E1B0C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3F50BA-0478-4BFC-ABD4-F55518F4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870FD1C-FED0-463C-8B83-9AEE870D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74B1AF-C96D-4DEA-A9CD-35E2A092A9C7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502599E-DFB6-450C-841D-52A94FA3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57A9F7A6-BE26-47A8-8B47-3B4F846E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7BD2C99D-C825-4B58-864D-938554E9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A5E15B3B-CF3F-49D9-9A7C-4CAFF80E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11</a:t>
            </a:r>
          </a:p>
        </p:txBody>
      </p:sp>
    </p:spTree>
    <p:extLst>
      <p:ext uri="{BB962C8B-B14F-4D97-AF65-F5344CB8AC3E}">
        <p14:creationId xmlns:p14="http://schemas.microsoft.com/office/powerpoint/2010/main" val="16245582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1F0AA8-A2B7-44A8-BB90-CFEC024E9D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9676a242f4fd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4E03BCE-192D-4FFC-9B43-2FD9ECF9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698EEF-3D59-4563-9498-A3F4998C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1C7EAD25-BF71-4299-95AC-0709BFF8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B9791A95-1DBD-4733-93A5-CA5C23EA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CB6D2A78-4AD2-45A3-87DB-8619BFCD7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724398F3-AD63-47ED-ACC3-8F42AD6D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7E787052-71C5-42F5-8F7A-D529E91C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DB2596D2-8EA9-46A0-A4CE-29D90E71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CE01CB7E-B7DA-4B0F-AF3D-EE87969B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8D0CA388-5F2C-4125-9F8B-E0F38780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5F8F42C0-81D1-4E91-A809-FAF730F70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69E5A5A8-0B68-4EF7-BB22-C3881194E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E4B24CD4-B53B-424D-9650-E161F832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3E805C56-2E8A-4A16-8401-350B6279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CAB4679B-CFA9-4403-8E4E-337DD4E6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7EFEBF32-3760-46EF-AF2D-959C8DE3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0790E1FE-5648-444C-8D83-7FB7AC11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513B05C3-2581-4AF3-81FB-2232791F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2CC2A682-5A29-4F25-90D3-A3E52715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D56715A9-DC00-4A85-BFD9-C54AC1D3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3A32E50D-C538-4514-8CF8-BA9D609E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9EFEC06B-ECDF-4335-AC70-4C8A1C6E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4B940B76-A652-4391-99FA-FEF8ABB2F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CEA8B669-A1E3-4902-A057-39A5AACB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D135F98A-AE62-4F38-8393-B994FFD9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A2D8FE3A-5ECF-4614-A987-0933E483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5603FB5E-C132-4735-B674-B7CC858A3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522B7910-F39E-4B07-AD14-D6692ED5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3D48B7BE-8C6F-498B-ACD8-141FF30D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1F6501D0-0EBB-449D-A351-874BB409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399630AB-5B73-406A-9E45-09D3BE17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ACCBB620-8724-411D-9B3A-3A48579F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C20A34B2-8217-462A-9658-DC8786F3E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4F6ACC7-3402-4CE4-8500-6F10B647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8B6E2C9E-AF36-4474-BF17-AEA29E53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4575DF87-7351-4D64-BC06-14BF80F9C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A4536EE4-9847-4D8C-9A61-0A57623F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11</a:t>
            </a:r>
          </a:p>
        </p:txBody>
      </p:sp>
    </p:spTree>
    <p:extLst>
      <p:ext uri="{BB962C8B-B14F-4D97-AF65-F5344CB8AC3E}">
        <p14:creationId xmlns:p14="http://schemas.microsoft.com/office/powerpoint/2010/main" val="10536788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BCE85C-CEC3-4D0E-8C25-77A30C853B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72069cc47436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0145B8DF-54A0-400E-81A4-E4955B6B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AD0CBD-2B3A-40FE-924E-0CB629F7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567AF99-F77F-442B-851A-68B5B170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8751FA59-26BA-48AC-B623-64A224A9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2654FC64-89C1-40F0-A640-1E5135E8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2C4E6EB2-AC37-47E6-BEF4-97E37AEA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56A165E8-21ED-45B1-8200-34362C4C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0F045400-DC50-44B3-B15F-364FDA3E6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AF28AA62-C23F-4192-B504-DAA0D9C3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59D13AB0-E607-4956-9C81-56C873A4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3B2A4225-1491-48DB-AA48-703F6F54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46096BA8-B6C7-425C-90D6-3C760BCC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D7103965-718D-477B-9541-233242D7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FB0825D7-7F2F-4608-8CAA-BF6C36A3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5FA6EDEA-FFD5-448E-ABBC-18F88C07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399635EA-96A4-45F7-9EB3-72F60311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3630DD8F-812D-4C57-B832-526E10A9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DCF88432-FD16-4365-8727-78EAF0B0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FE82F9E7-7F55-4983-9320-2693A2BA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92551AFF-9985-4454-81AD-99BA80E6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7FE05C12-C25B-43DC-8021-6DC1F7A3C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EF4BED27-FA6E-4EC1-ABAF-BA4C7698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40305DDE-2931-465A-A64A-8994E70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F31BEE3-76DD-4895-B2D4-03FF46CE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75B0CBD6-6B0C-4F52-B9BC-3633542B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76EE7E80-0E34-4545-A0EE-011F13D0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6A130476-1AA2-41C5-B0C6-D10CEC76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11</a:t>
            </a:r>
          </a:p>
        </p:txBody>
      </p:sp>
    </p:spTree>
    <p:extLst>
      <p:ext uri="{BB962C8B-B14F-4D97-AF65-F5344CB8AC3E}">
        <p14:creationId xmlns:p14="http://schemas.microsoft.com/office/powerpoint/2010/main" val="15243988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694AFD-6328-442C-8E00-8FA4A76FD7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b951829c340b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2C5FE127-8D6D-4C2E-B688-3B1E04B0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03E8431-E0A6-47D6-854E-5F1A1638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8B430CB-3671-4B8D-8CBC-1F35A655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B06CD464-6993-4210-A78E-203C396D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2ED559A7-9CBE-49C6-92EA-C339B09A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4BA171CE-7F01-4AA6-B951-B4F67071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3DE181B8-57C8-4961-805C-509E4AE24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8D3FADF4-AF2B-491E-985F-66C392EB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AB9CBAB8-5F4B-49C5-B5E2-9663590A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C3BA3129-4C5E-49DB-981E-8B5088F2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518EDB1C-15FD-4650-B867-359B58DF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2E017B10-F736-479B-8DFB-BE6D88C2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F3297374-BBFC-4E0A-B139-D73A8198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43278C4D-7300-452D-A2E0-22207C00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28D67BC1-6BC5-49EA-B283-E74758BF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2E2BC491-D7B5-4AED-AE6C-94D305C9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AB881151-BC6A-4B73-B451-98A787F3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6A24D77B-E796-4AD3-81BF-14C62D72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CF43A944-8171-412B-AF27-76B36606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9420F269-E9AE-4B28-A388-2BEF88D5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F1172377-383C-49FA-AC23-78673D5C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E900FB17-30DB-4366-8073-F4DF1149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FF21E692-D592-4C25-8DB3-AEC31331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F4B17483-1417-453C-A94B-0FAF0485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7B0947FD-3426-4F6E-BEE7-60F32E68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4DE485F2-F42F-46BB-B0B2-8032BA51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9D0D0C5F-3837-43C6-8B99-CE8AC289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5F08793-EBA0-4073-81D0-902D0DF3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52ABBE29-7A1A-42D2-A830-6AA695F4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F5D517C8-FF7A-4C96-A28D-233DCC73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C508A3BB-0697-4DA0-80D2-ECF2E521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10 / 11</a:t>
            </a:r>
          </a:p>
        </p:txBody>
      </p:sp>
    </p:spTree>
    <p:extLst>
      <p:ext uri="{BB962C8B-B14F-4D97-AF65-F5344CB8AC3E}">
        <p14:creationId xmlns:p14="http://schemas.microsoft.com/office/powerpoint/2010/main" val="15834722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DE00ED-A5A4-4DDB-AC39-1B57C7F344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33108301a4cf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F954A14A-F87A-45DC-97C2-0AE5A705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F4F765-BD38-41EA-9C5C-0217A548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基础完成后的可选进阶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2A8380D-66F5-4307-9425-3E11133A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基础四步与检查通过，即完成本课；需要完善或分享时，再继续。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53792EA5-506C-48C5-9B6B-D2DCD0F6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79508862-4A56-4013-8B0A-D10E4BDA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132671C7-9642-49CB-BE46-45CD98D8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可选：继续完善自己的 Skill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5C892D26-A580-43C9-A4B4-E237A7AF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66454E3B-B605-4871-AE0E-FA57B83C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准备检查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71253835-6C7C-4550-9EE7-B6E444B6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确认场景和答案，再生成 tests/evals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29B6E8EF-2D65-4867-8757-517FCA1A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016D79DA-20CE-478D-8055-4F26711B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实际验证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DB97AEDF-8366-4478-8F6F-DD613A7E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运行程序检查，另做 Agent 任务核对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34B719F4-D399-4330-BF4C-6649B4AD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E8CFCF1F-F915-4505-8628-38280827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B915DF62-8025-49A0-87E8-421EDC45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同版本再试，记录问题并改进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5FF0F38D-533C-4CF5-B234-D626DF73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528AD4C3-48F8-4638-94E9-D0A680C7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7E89E6F5-76A7-4483-B620-AA114B76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2C5201FF-D2A9-46DF-ACDC-727850CE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27B39134-C599-4442-A78E-E28D4DBF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B1262452-1136-4E9D-AC77-8615A43D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2A25B867-8C53-425B-83E1-29807168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E1D5DB9E-A355-468D-B0ED-01FD0C1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61638957-DC88-4AB4-A942-C59F1B03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基础练习在“动手做”完成；进阶跟练选做，深入阅读讲原理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F82ED1BE-52D3-4F3C-A71D-87AC00BF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306F1F3B-8000-4D71-9CAB-E389CEE9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11 / 11</a:t>
            </a:r>
          </a:p>
        </p:txBody>
      </p:sp>
    </p:spTree>
    <p:extLst>
      <p:ext uri="{BB962C8B-B14F-4D97-AF65-F5344CB8AC3E}">
        <p14:creationId xmlns:p14="http://schemas.microsoft.com/office/powerpoint/2010/main" val="385669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2026-10-16T02:16:55.1510000Z</dcterms:created>
  <dcterms:modified xsi:type="dcterms:W3CDTF">2026-10-16T02:16:55.1510000Z</dcterms:modified>
</coreProperties>
</file>