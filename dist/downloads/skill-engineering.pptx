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7addd5556a4707" /><Relationship Type="http://schemas.openxmlformats.org/officeDocument/2006/relationships/extended-properties" Target="/docProps/app.xml" Id="Rb557eab7cf7b4856" /><Relationship Type="http://schemas.openxmlformats.org/officeDocument/2006/relationships/officeDocument" Target="/ppt/presentation.xml" Id="R460d351f3d834b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6c10fcaa414bf1"/>
  </p:sldMasterIdLst>
  <p:notesMasterIdLst>
    <p:notesMasterId xmlns:r="http://schemas.openxmlformats.org/officeDocument/2006/relationships" r:id="Rb15c0d6748404b9a"/>
  </p:notesMasterIdLst>
  <p:sldIdLst>
    <p:sldId xmlns:r="http://schemas.openxmlformats.org/officeDocument/2006/relationships" id="256" r:id="R2f5c74321a0242ca"/>
    <p:sldId xmlns:r="http://schemas.openxmlformats.org/officeDocument/2006/relationships" id="257" r:id="R639d056b6dfd490d"/>
    <p:sldId xmlns:r="http://schemas.openxmlformats.org/officeDocument/2006/relationships" id="258" r:id="Re2395d48d41d4273"/>
    <p:sldId xmlns:r="http://schemas.openxmlformats.org/officeDocument/2006/relationships" id="259" r:id="R28a68d73a0074211"/>
    <p:sldId xmlns:r="http://schemas.openxmlformats.org/officeDocument/2006/relationships" id="260" r:id="R3c09520e6d0f4a1f"/>
    <p:sldId xmlns:r="http://schemas.openxmlformats.org/officeDocument/2006/relationships" id="261" r:id="Rbbe47aabf3b54e72"/>
    <p:sldId xmlns:r="http://schemas.openxmlformats.org/officeDocument/2006/relationships" id="262" r:id="Rd1c63bce80694bc0"/>
    <p:sldId xmlns:r="http://schemas.openxmlformats.org/officeDocument/2006/relationships" id="263" r:id="R3414f709ef764aa5"/>
    <p:sldId xmlns:r="http://schemas.openxmlformats.org/officeDocument/2006/relationships" id="264" r:id="R3b25ff0309a7442d"/>
    <p:sldId xmlns:r="http://schemas.openxmlformats.org/officeDocument/2006/relationships" id="265" r:id="R945f095126d847e5"/>
    <p:sldId xmlns:r="http://schemas.openxmlformats.org/officeDocument/2006/relationships" id="266" r:id="R85a3d1e957a543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5825ba9ba34757" /><Relationship Type="http://schemas.openxmlformats.org/officeDocument/2006/relationships/slideMaster" Target="/ppt/slideMasters/slideMaster1.xml" Id="R586c10fcaa414bf1" /><Relationship Type="http://schemas.openxmlformats.org/officeDocument/2006/relationships/notesMaster" Target="/ppt/notesMasters/notesMaster1.xml" Id="Rb15c0d6748404b9a" /><Relationship Type="http://schemas.openxmlformats.org/officeDocument/2006/relationships/presProps" Target="/ppt/presProps.xml" Id="Rb6f93eadcec14a2a" /><Relationship Type="http://schemas.openxmlformats.org/officeDocument/2006/relationships/tableStyles" Target="/ppt/tableStyles.xml" Id="R64ed31fc8c8a456d" /><Relationship Type="http://schemas.openxmlformats.org/officeDocument/2006/relationships/slide" Target="/ppt/slides/slide1.xml" Id="R2f5c74321a0242ca" /><Relationship Type="http://schemas.openxmlformats.org/officeDocument/2006/relationships/slide" Target="/ppt/slides/slide2.xml" Id="R639d056b6dfd490d" /><Relationship Type="http://schemas.openxmlformats.org/officeDocument/2006/relationships/slide" Target="/ppt/slides/slide3.xml" Id="Re2395d48d41d4273" /><Relationship Type="http://schemas.openxmlformats.org/officeDocument/2006/relationships/slide" Target="/ppt/slides/slide4.xml" Id="R28a68d73a0074211" /><Relationship Type="http://schemas.openxmlformats.org/officeDocument/2006/relationships/slide" Target="/ppt/slides/slide5.xml" Id="R3c09520e6d0f4a1f" /><Relationship Type="http://schemas.openxmlformats.org/officeDocument/2006/relationships/slide" Target="/ppt/slides/slide6.xml" Id="Rbbe47aabf3b54e72" /><Relationship Type="http://schemas.openxmlformats.org/officeDocument/2006/relationships/slide" Target="/ppt/slides/slide7.xml" Id="Rd1c63bce80694bc0" /><Relationship Type="http://schemas.openxmlformats.org/officeDocument/2006/relationships/slide" Target="/ppt/slides/slide8.xml" Id="R3414f709ef764aa5" /><Relationship Type="http://schemas.openxmlformats.org/officeDocument/2006/relationships/slide" Target="/ppt/slides/slide9.xml" Id="R3b25ff0309a7442d" /><Relationship Type="http://schemas.openxmlformats.org/officeDocument/2006/relationships/slide" Target="/ppt/slides/slide10.xml" Id="R945f095126d847e5" /><Relationship Type="http://schemas.openxmlformats.org/officeDocument/2006/relationships/slide" Target="/ppt/slides/slide11.xml" Id="R85a3d1e957a543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cdc81423e24a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23b1c170e24850" /><Relationship Type="http://schemas.openxmlformats.org/officeDocument/2006/relationships/notesMaster" Target="/ppt/notesMasters/notesMaster1.xml" Id="Rd354d624bd8948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de729095c94a4e" /><Relationship Type="http://schemas.openxmlformats.org/officeDocument/2006/relationships/notesMaster" Target="/ppt/notesMasters/notesMaster1.xml" Id="Ra8848744a6994c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e5512f8c1a47b9" /><Relationship Type="http://schemas.openxmlformats.org/officeDocument/2006/relationships/notesMaster" Target="/ppt/notesMasters/notesMaster1.xml" Id="R8c06050cd8b549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b1736ef9cc446a" /><Relationship Type="http://schemas.openxmlformats.org/officeDocument/2006/relationships/notesMaster" Target="/ppt/notesMasters/notesMaster1.xml" Id="R846b091ad6ae47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208200445d4d82" /><Relationship Type="http://schemas.openxmlformats.org/officeDocument/2006/relationships/notesMaster" Target="/ppt/notesMasters/notesMaster1.xml" Id="Rec1292d24e7245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029ccec2c44739" /><Relationship Type="http://schemas.openxmlformats.org/officeDocument/2006/relationships/notesMaster" Target="/ppt/notesMasters/notesMaster1.xml" Id="R04cb11b06e254b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bc3a4be1b84db2" /><Relationship Type="http://schemas.openxmlformats.org/officeDocument/2006/relationships/notesMaster" Target="/ppt/notesMasters/notesMaster1.xml" Id="R211e1fe3f97b44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3e79c17385434e" /><Relationship Type="http://schemas.openxmlformats.org/officeDocument/2006/relationships/notesMaster" Target="/ppt/notesMasters/notesMaster1.xml" Id="R12e9e40cb05e43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ca53c720f74495" /><Relationship Type="http://schemas.openxmlformats.org/officeDocument/2006/relationships/notesMaster" Target="/ppt/notesMasters/notesMaster1.xml" Id="R41cc2168d43c47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dab416c56d44e9" /><Relationship Type="http://schemas.openxmlformats.org/officeDocument/2006/relationships/notesMaster" Target="/ppt/notesMasters/notesMaster1.xml" Id="Rd39dc6590c604b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5e6fbca891425c" /><Relationship Type="http://schemas.openxmlformats.org/officeDocument/2006/relationships/notesMaster" Target="/ppt/notesMasters/notesMaster1.xml" Id="R8fd289a0b8b843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海报展示本次培训的整体框架。后面的十页正文会用工单日报解释方法，补充选择任务和使用边界，再到深入阅读中完成四步跟练。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来源：原版海报 downloads/poster.png，保留完整画面与比例。</a:t>
            </a:r>
          </a:p>
          <a:p xmlns:a="http://schemas.openxmlformats.org/drawingml/2006/main">
            <a:r>
              <a:t>在线查看：https://skill-engineering-guide.pages.dev/poster</a:t>
            </a:r>
          </a:p>
          <a:p xmlns:a="http://schemas.openxmlformats.org/drawingml/2006/main">
            <a:r>
              <a:t>继续阅读：https://skill-engineering-guide.pages.dev/deep#practice-route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本页讲解：选择第一项实践时，先找经常重复、方法能说明、成果能核对的工作，例如周报整理、明细核对或按模板准备材料。再确认资料在哪里，AI 能访问和操作什么，允许读取、修改或发送的范围是什么。AI 能自主执行和纠错，仍可能误解要求或漏掉问题；数字要核对明细，分析要核对来源，数据冲突时应停下来请人确认。先在小范围试用，保留结果与核对记录，观察表现是否稳定。评估长期价值时，把节省的时间、复核、修错、费用和维护一起算。具体工具接入方式在深入阅读的补充说明中介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继续阅读：deep.html#business-fit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来源与对应：本页为业务选题与实施判断的工程建议。Agent Skills 格式 https://agentskills.io/specification；自主执行与约束 https://www.anthropic.com/research/trustworthy-agents；质量、成本与反馈 https://www.anthropic.com/engineering/building-effective-agents。用户确认以 Codex、Claude Code、Qoder 等完整执行产品的现有能力为前提，不按业务类型列禁止清单。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参考包的 pipeline.py 执行输入检查、处理与校验。目标同事的 Qoder 环境仍需分别验证。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本页讲解：从一件重复工作开始。已有 Skill 时，先用只读自评定位缺口；没有 Skill 时先完成前面的四步。准备完整 Skill、输入样例和已确认答案，让 AI 先列检查计划，逐案核对后再确认。随后生成适配自己脚本接口与输出的 tests 和 evals，两者共用包内样例与答案。按使用说明实际运行，保留命令、退出码、结果和失败记录，复制完整包到新目录也应能检查。检查程序同样可能写错，显示 PASS 后仍要确认它读了正确标准。Agent 任务另开 Chat 执行并留证，再由核对者评审。未确认口径保持待确认，不能为通过检查改答案。分享时请同事用同版本复测，把脱敏输入、预期与实际和执行记录交给张坚、李琦。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继续阅读：deep.html#verification-prep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14558aae042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eb1b662b2d44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03d5123b249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d12b88ee741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e0f367a54546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fe497222b14c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3B77C3-7091-4D04-A616-C3C54B0BD5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A840046-B214-4EFA-8291-5BDE71122A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0640B0-1AA9-42D3-8E14-2974C71A4A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AECED1-409D-4FEF-9D2C-E7B157A175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4C9E20-85AB-4294-A4FE-32D87D41B3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3CF44D-C6C6-4959-A4BF-42548A71CE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5CA6AC-A1AC-4983-8FF2-2CCB3C2C2E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FD081C-3890-4FF7-A850-5815355A39E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5DD76C-826F-4201-9EF9-3FDE22EDE2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9001E4-8290-4CE3-9379-84BCF5D794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6a89b61d684c9d" /><Relationship Type="http://schemas.openxmlformats.org/officeDocument/2006/relationships/slideLayout" Target="/ppt/slideLayouts/slideLayout1.xml" Id="Re81ff8329c764193" /><Relationship Type="http://schemas.openxmlformats.org/officeDocument/2006/relationships/slideLayout" Target="/ppt/slideLayouts/slideLayout2.xml" Id="R7aebebd2d05b466c" /><Relationship Type="http://schemas.openxmlformats.org/officeDocument/2006/relationships/slideLayout" Target="/ppt/slideLayouts/slideLayout3.xml" Id="R5690a3837eaf4b2b" /><Relationship Type="http://schemas.openxmlformats.org/officeDocument/2006/relationships/slideLayout" Target="/ppt/slideLayouts/slideLayout4.xml" Id="R46a343d0051c4fd3" /><Relationship Type="http://schemas.openxmlformats.org/officeDocument/2006/relationships/slideLayout" Target="/ppt/slideLayouts/slideLayout5.xml" Id="Rd36edcb3187e468d" /><Relationship Type="http://schemas.openxmlformats.org/officeDocument/2006/relationships/slideLayout" Target="/ppt/slideLayouts/slideLayout6.xml" Id="R05a5c7a888784f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1ff8329c764193"/>
    <p:sldLayoutId xmlns:r="http://schemas.openxmlformats.org/officeDocument/2006/relationships" id="2147483650" r:id="R7aebebd2d05b466c"/>
    <p:sldLayoutId xmlns:r="http://schemas.openxmlformats.org/officeDocument/2006/relationships" id="2147483651" r:id="R5690a3837eaf4b2b"/>
    <p:sldLayoutId xmlns:r="http://schemas.openxmlformats.org/officeDocument/2006/relationships" id="2147483652" r:id="R46a343d0051c4fd3"/>
    <p:sldLayoutId xmlns:r="http://schemas.openxmlformats.org/officeDocument/2006/relationships" id="2147483653" r:id="Rd36edcb3187e468d"/>
    <p:sldLayoutId xmlns:r="http://schemas.openxmlformats.org/officeDocument/2006/relationships" id="2147483654" r:id="R05a5c7a888784f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727c27db7342a1" /><Relationship Type="http://schemas.openxmlformats.org/officeDocument/2006/relationships/image" Target="/ppt/media/image.png" Id="R8430215a2c194b47" /><Relationship Type="http://schemas.openxmlformats.org/officeDocument/2006/relationships/notesSlide" Target="/ppt/notesSlides/notesSlide1.xml" Id="R38711164903148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84907a2f846ed" /><Relationship Type="http://schemas.openxmlformats.org/officeDocument/2006/relationships/image" Target="/ppt/media/image2.png" Id="Rc11a974765af4f8f" /><Relationship Type="http://schemas.openxmlformats.org/officeDocument/2006/relationships/notesSlide" Target="/ppt/notesSlides/notesSlide2.xml" Id="R70fc3c1a6f3542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1f5ea460214599" /><Relationship Type="http://schemas.openxmlformats.org/officeDocument/2006/relationships/image" Target="/ppt/media/image3.png" Id="Raaa4f2490ca147a0" /><Relationship Type="http://schemas.openxmlformats.org/officeDocument/2006/relationships/notesSlide" Target="/ppt/notesSlides/notesSlide3.xml" Id="R9f8879029d1e4b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0fbad830624bea" /><Relationship Type="http://schemas.openxmlformats.org/officeDocument/2006/relationships/image" Target="/ppt/media/image4.png" Id="R41b9b80a24924f52" /><Relationship Type="http://schemas.openxmlformats.org/officeDocument/2006/relationships/notesSlide" Target="/ppt/notesSlides/notesSlide4.xml" Id="R50bde6004a244b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c2127b0134a11" /><Relationship Type="http://schemas.openxmlformats.org/officeDocument/2006/relationships/image" Target="/ppt/media/image5.png" Id="R15bebf9837494ab3" /><Relationship Type="http://schemas.openxmlformats.org/officeDocument/2006/relationships/notesSlide" Target="/ppt/notesSlides/notesSlide5.xml" Id="R1cb8eb3138ba4c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f882de697f4902" /><Relationship Type="http://schemas.openxmlformats.org/officeDocument/2006/relationships/image" Target="/ppt/media/image6.png" Id="Rb018773454da4c02" /><Relationship Type="http://schemas.openxmlformats.org/officeDocument/2006/relationships/notesSlide" Target="/ppt/notesSlides/notesSlide6.xml" Id="R96d155a8db6740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3ac2d46f0d4bfc" /><Relationship Type="http://schemas.openxmlformats.org/officeDocument/2006/relationships/image" Target="/ppt/media/image7.png" Id="Rf1ab2b3b566d4e74" /><Relationship Type="http://schemas.openxmlformats.org/officeDocument/2006/relationships/notesSlide" Target="/ppt/notesSlides/notesSlide7.xml" Id="R8021f8172da141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03896d17064c38" /><Relationship Type="http://schemas.openxmlformats.org/officeDocument/2006/relationships/image" Target="/ppt/media/image8.png" Id="Rac364cfb393447ce" /><Relationship Type="http://schemas.openxmlformats.org/officeDocument/2006/relationships/notesSlide" Target="/ppt/notesSlides/notesSlide8.xml" Id="R4febba583ad645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e30cf599bc4d88" /><Relationship Type="http://schemas.openxmlformats.org/officeDocument/2006/relationships/image" Target="/ppt/media/image9.png" Id="R6ab81426109b40dd" /><Relationship Type="http://schemas.openxmlformats.org/officeDocument/2006/relationships/notesSlide" Target="/ppt/notesSlides/notesSlide9.xml" Id="R530dd57184eb44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d7c56dc71b4cd1" /><Relationship Type="http://schemas.openxmlformats.org/officeDocument/2006/relationships/image" Target="/ppt/media/image10.png" Id="Rf30b57b10fe64660" /><Relationship Type="http://schemas.openxmlformats.org/officeDocument/2006/relationships/notesSlide" Target="/ppt/notesSlides/notesSlide10.xml" Id="R33dcd94106db4b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46ecbe53914009" /><Relationship Type="http://schemas.openxmlformats.org/officeDocument/2006/relationships/image" Target="/ppt/media/image11.png" Id="R60bb929867e846ca" /><Relationship Type="http://schemas.openxmlformats.org/officeDocument/2006/relationships/notesSlide" Target="/ppt/notesSlides/notesSlide11.xml" Id="R413c3056384c4c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534C3-1566-49D6-A711-90C404924A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0215a2c194b47"/>
          <a:stretch xmlns:a="http://schemas.openxmlformats.org/drawingml/2006/main"/>
        </p:blipFill>
        <p:spPr>
          <a:xfrm xmlns:a="http://schemas.openxmlformats.org/drawingml/2006/main">
            <a:off x="3352800" y="1222"/>
            <a:ext cx="5486400" cy="685555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6D11076-465E-4B3B-A1E6-9616B58A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11</a:t>
            </a:r>
          </a:p>
        </p:txBody>
      </p:sp>
    </p:spTree>
    <p:extLst>
      <p:ext uri="{BB962C8B-B14F-4D97-AF65-F5344CB8AC3E}">
        <p14:creationId xmlns:p14="http://schemas.microsoft.com/office/powerpoint/2010/main" val="17842209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7F0F19-3AEB-4746-A212-CC55687FBE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a974765af4f8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21DBC206-5F49-4512-8377-231B4726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277C57-4E36-4EF3-87EC-29B76BB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527F843-E606-4D63-8F51-6528FD1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18084EF5-4DA4-44ED-B28A-C9735781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CF4B29C7-4A98-4046-B68E-BED29B34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A82047E9-1F08-4646-8140-B13FB4AD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A3B8C2C5-309B-41DE-809A-E5670972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99B294B1-C5C3-4FC6-8A12-D843E9F9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3573EFA1-9F33-4570-A474-F518C462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BB3EE03F-3051-473A-A7E1-C5A6190A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B1121F90-2F62-492A-8BD0-96556968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55E5215F-8434-46FE-A958-56283B9D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AA69CF96-A2C1-450C-9FD2-0F820728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8BDAF9B3-E6BB-4328-8D1E-431B9425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657EC2DE-0EEF-4D6B-AF5F-29C335C5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4B54E50F-B968-45B0-A899-1946FF1E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7F18AE35-C7C9-4833-A341-9BFC050C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555D787E-7EA2-443D-9C0D-F5349818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4CA2900B-1176-4837-B203-38421494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554C17A6-D607-4B52-AC01-CAF1AB7E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C475C678-6D70-4E31-932A-1FCCC617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224C44EC-FA66-499F-8F93-C38F7A6A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271BA151-6BEC-4CC0-8F6D-9AD94969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0D578007-258C-40D9-B259-FBBA142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CD58D7C4-48DF-471E-9758-AC96CFC3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88EDF08C-D04D-46B9-A9FA-EF9FB9C0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9783AE2-C4D7-439C-8314-3CF9BCC5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DE2DD32A-DA29-48D9-B9A5-E2A667B5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0C775449-FFED-4ADE-8A79-C4140401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012DCBE9-1738-4863-91E6-DF5E41F1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</p:spTree>
    <p:extLst>
      <p:ext uri="{BB962C8B-B14F-4D97-AF65-F5344CB8AC3E}">
        <p14:creationId xmlns:p14="http://schemas.microsoft.com/office/powerpoint/2010/main" val="1813353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C2A139-30E7-4885-8970-FD341FBA01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4f2490ca147a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5CFA622-F5E3-439F-9D06-D4FCC21A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8C066A-3920-43CB-AC4E-D44FB6EE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44C15E9-EED0-481C-9CA6-918B5EB9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D7D8269A-CB44-463E-B7A2-339050EB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8CC35-3D08-4107-AC79-3F5CA5CE9696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F272F9CA-F6E8-43B6-A918-EDCF97C6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12C5CE05-6C75-4145-8424-2A873EDB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0FE3DFD5-5D8E-4C46-85EC-BA2B7356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624D2A3B-D240-41AE-8383-99E0D5CE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1FC9256A-B040-48FD-AF29-867183C1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FCAC3A57-8E12-4F08-8D95-DCAF18EC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C8DF604A-3647-40B2-9668-9ACBB57D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22600A1B-5A17-419F-AC5F-99D7BF6F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AE9DFEB1-627C-427E-B37E-3D4AD7DB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E4978DF8-6A86-4C63-A6FD-C5CFA858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5D623FE-95EE-4E60-B965-DDFE8A91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65EAA64F-C735-4191-B62A-93FB3E7B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BAE8AD4F-B28A-41ED-95E3-C3770D2F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BEDACE13-BD9B-4884-A296-E87A8470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</p:spTree>
    <p:extLst>
      <p:ext uri="{BB962C8B-B14F-4D97-AF65-F5344CB8AC3E}">
        <p14:creationId xmlns:p14="http://schemas.microsoft.com/office/powerpoint/2010/main" val="20758507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B9F810-49F3-4E50-8F66-2BDF1CB356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9b80a24924f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85EB210-BD42-48F1-898E-AF24F385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6C3C3B-2AF7-4A70-89BA-F73269C6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27FB67E-ABEB-4A58-AC74-07125188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D29BE487-2D88-4024-A318-E382F1E2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4C665549-E401-4B82-A8CB-2F38E73A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50C7C98F-7010-4437-A8E9-2BE1087E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CB2AD678-E3C0-43BC-B0D9-404BFE59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FA4093E6-1176-4128-A532-184D58C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872F886A-AAAA-4E98-B23F-0A40F5F8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AFD5E36C-B3F7-4770-BCCC-0B583B5F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46028BB4-9788-4CB2-98E6-3D57233E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52EDC6F6-97F2-473F-B987-E20CD3A7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987DAA79-AAF9-493B-BB83-6016149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7104470B-DA8E-4ADE-AB7F-5F2CD786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3BB19A4E-0171-4711-8006-C07C01FB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5F0D9CDF-9FBF-4193-A3A0-C3AD6767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727D8F5E-89ED-4E24-95D8-A7F83720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A80BBF76-FBB2-479F-BFCF-C62DAC4B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486BE501-D74E-4B78-8F0E-877D0BA6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4CFD6626-83A0-40B8-BD29-62A155A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FDEDCA36-97FB-466C-A55D-591CE466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5196D38D-3E22-4966-B9ED-434EE5B9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9F18E818-E5E6-4CDE-BFB8-A6028BBE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37774E86-9CD3-4D23-8D14-0F5CB8EA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6742BF4-B71E-4381-BC05-DC6B3AC3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93AFC0F8-5D12-44D4-9570-C26B4D4E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5F7A63E8-1273-4C84-A080-13810863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07D7B6DA-1FA2-4976-AFFE-2C71AE79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</p:spTree>
    <p:extLst>
      <p:ext uri="{BB962C8B-B14F-4D97-AF65-F5344CB8AC3E}">
        <p14:creationId xmlns:p14="http://schemas.microsoft.com/office/powerpoint/2010/main" val="21244981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D387B5-35E7-4EF2-A814-9EAFDDAFCC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ebf9837494a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4485B86-9B82-4711-8F4D-D01B3A2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AD0430-2214-4C3A-93AE-47CC0EC1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哪些工作适合做成 Skill？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9EDE111-BC5E-4801-846E-605963BC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先选一项值得沉淀的工作，确认执行条件、验收方法和长期投入。</a:t>
            </a:r>
          </a:p>
        </p:txBody>
      </p:sp>
      <p:sp>
        <p:nvSpPr>
          <p:cNvPr id="5" name="business-0">
            <a:extLst xmlns:a="http://schemas.openxmlformats.org/drawingml/2006/main">
              <a:ext uri="{FF2B5EF4-FFF2-40B4-BE49-F238E27FC236}">
                <a16:creationId xmlns:a16="http://schemas.microsoft.com/office/drawing/2014/main" id="{580FE062-36E2-4F11-8230-4BB5BEE5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business-0-title">
            <a:extLst xmlns:a="http://schemas.openxmlformats.org/drawingml/2006/main">
              <a:ext uri="{FF2B5EF4-FFF2-40B4-BE49-F238E27FC236}">
                <a16:creationId xmlns:a16="http://schemas.microsoft.com/office/drawing/2014/main" id="{19FD4DFC-E6FE-496D-BCC2-EB75F35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1. 哪些工作值得先试？</a:t>
            </a:r>
          </a:p>
        </p:txBody>
      </p:sp>
      <p:sp>
        <p:nvSpPr>
          <p:cNvPr id="7" name="business-0-sub">
            <a:extLst xmlns:a="http://schemas.openxmlformats.org/drawingml/2006/main">
              <a:ext uri="{FF2B5EF4-FFF2-40B4-BE49-F238E27FC236}">
                <a16:creationId xmlns:a16="http://schemas.microsoft.com/office/drawing/2014/main" id="{DAD90F0E-766D-4F4D-8568-8E6AFBB7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重复、方法清楚、结果可核对</a:t>
            </a:r>
          </a:p>
        </p:txBody>
      </p:sp>
      <p:sp>
        <p:nvSpPr>
          <p:cNvPr id="8" name="business-0-body">
            <a:extLst xmlns:a="http://schemas.openxmlformats.org/drawingml/2006/main">
              <a:ext uri="{FF2B5EF4-FFF2-40B4-BE49-F238E27FC236}">
                <a16:creationId xmlns:a16="http://schemas.microsoft.com/office/drawing/2014/main" id="{80140998-195B-45ED-9B6E-0C70685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周报整理、明细核对、按模板准备材料</a:t>
            </a:r>
          </a:p>
        </p:txBody>
      </p:sp>
      <p:sp>
        <p:nvSpPr>
          <p:cNvPr id="9" name="business-1">
            <a:extLst xmlns:a="http://schemas.openxmlformats.org/drawingml/2006/main">
              <a:ext uri="{FF2B5EF4-FFF2-40B4-BE49-F238E27FC236}">
                <a16:creationId xmlns:a16="http://schemas.microsoft.com/office/drawing/2014/main" id="{91BA8AE5-913A-4C10-9A2A-8D0FD080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business-1-title">
            <a:extLst xmlns:a="http://schemas.openxmlformats.org/drawingml/2006/main">
              <a:ext uri="{FF2B5EF4-FFF2-40B4-BE49-F238E27FC236}">
                <a16:creationId xmlns:a16="http://schemas.microsoft.com/office/drawing/2014/main" id="{E3639041-4939-496C-91B5-8D7074AB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2. 完成任务需要哪些条件？</a:t>
            </a:r>
          </a:p>
        </p:txBody>
      </p:sp>
      <p:sp>
        <p:nvSpPr>
          <p:cNvPr id="11" name="business-1-sub">
            <a:extLst xmlns:a="http://schemas.openxmlformats.org/drawingml/2006/main">
              <a:ext uri="{FF2B5EF4-FFF2-40B4-BE49-F238E27FC236}">
                <a16:creationId xmlns:a16="http://schemas.microsoft.com/office/drawing/2014/main" id="{4B53C90E-39BD-42EF-B029-ED4E2A50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资料在哪里，允许操作什么</a:t>
            </a:r>
          </a:p>
        </p:txBody>
      </p:sp>
      <p:sp>
        <p:nvSpPr>
          <p:cNvPr id="12" name="business-1-body">
            <a:extLst xmlns:a="http://schemas.openxmlformats.org/drawingml/2006/main">
              <a:ext uri="{FF2B5EF4-FFF2-40B4-BE49-F238E27FC236}">
                <a16:creationId xmlns:a16="http://schemas.microsoft.com/office/drawing/2014/main" id="{12B7910B-8532-4E13-B009-876AF443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已有文件可直接处理；系统内资料先确认入口</a:t>
            </a:r>
          </a:p>
        </p:txBody>
      </p:sp>
      <p:sp>
        <p:nvSpPr>
          <p:cNvPr id="13" name="business-2">
            <a:extLst xmlns:a="http://schemas.openxmlformats.org/drawingml/2006/main">
              <a:ext uri="{FF2B5EF4-FFF2-40B4-BE49-F238E27FC236}">
                <a16:creationId xmlns:a16="http://schemas.microsoft.com/office/drawing/2014/main" id="{1D4CC441-4C5D-4D28-8EEF-1623D0F0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business-2-title">
            <a:extLst xmlns:a="http://schemas.openxmlformats.org/drawingml/2006/main">
              <a:ext uri="{FF2B5EF4-FFF2-40B4-BE49-F238E27FC236}">
                <a16:creationId xmlns:a16="http://schemas.microsoft.com/office/drawing/2014/main" id="{92B03DC8-454D-4322-BC3B-B83F746A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3. 怎样判断它做对了？</a:t>
            </a:r>
          </a:p>
        </p:txBody>
      </p:sp>
      <p:sp>
        <p:nvSpPr>
          <p:cNvPr id="15" name="business-2-sub">
            <a:extLst xmlns:a="http://schemas.openxmlformats.org/drawingml/2006/main">
              <a:ext uri="{FF2B5EF4-FFF2-40B4-BE49-F238E27FC236}">
                <a16:creationId xmlns:a16="http://schemas.microsoft.com/office/drawing/2014/main" id="{5BC72761-89D8-4464-8488-25AD72B6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明确标准，试正常与异常情况</a:t>
            </a:r>
          </a:p>
        </p:txBody>
      </p:sp>
      <p:sp>
        <p:nvSpPr>
          <p:cNvPr id="16" name="business-2-body">
            <a:extLst xmlns:a="http://schemas.openxmlformats.org/drawingml/2006/main">
              <a:ext uri="{FF2B5EF4-FFF2-40B4-BE49-F238E27FC236}">
                <a16:creationId xmlns:a16="http://schemas.microsoft.com/office/drawing/2014/main" id="{61739750-1FA1-45ED-A2D4-AEF687F1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数字核对明细；分析核对来源；冲突时停止</a:t>
            </a:r>
          </a:p>
        </p:txBody>
      </p:sp>
      <p:sp>
        <p:nvSpPr>
          <p:cNvPr id="17" name="business-3">
            <a:extLst xmlns:a="http://schemas.openxmlformats.org/drawingml/2006/main">
              <a:ext uri="{FF2B5EF4-FFF2-40B4-BE49-F238E27FC236}">
                <a16:creationId xmlns:a16="http://schemas.microsoft.com/office/drawing/2014/main" id="{738BF4B4-3D91-4CDC-87B1-F5BFFB8F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business-3-title">
            <a:extLst xmlns:a="http://schemas.openxmlformats.org/drawingml/2006/main">
              <a:ext uri="{FF2B5EF4-FFF2-40B4-BE49-F238E27FC236}">
                <a16:creationId xmlns:a16="http://schemas.microsoft.com/office/drawing/2014/main" id="{54A48443-3976-42A8-AB6A-1DCFD71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4. 长期使用是否划算？</a:t>
            </a:r>
          </a:p>
        </p:txBody>
      </p:sp>
      <p:sp>
        <p:nvSpPr>
          <p:cNvPr id="19" name="business-3-sub">
            <a:extLst xmlns:a="http://schemas.openxmlformats.org/drawingml/2006/main">
              <a:ext uri="{FF2B5EF4-FFF2-40B4-BE49-F238E27FC236}">
                <a16:creationId xmlns:a16="http://schemas.microsoft.com/office/drawing/2014/main" id="{7A2B797B-1A78-43F6-9AED-A74B525C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把运行、复核、修错和维护一起算</a:t>
            </a:r>
          </a:p>
        </p:txBody>
      </p:sp>
      <p:sp>
        <p:nvSpPr>
          <p:cNvPr id="20" name="business-3-body">
            <a:extLst xmlns:a="http://schemas.openxmlformats.org/drawingml/2006/main">
              <a:ext uri="{FF2B5EF4-FFF2-40B4-BE49-F238E27FC236}">
                <a16:creationId xmlns:a16="http://schemas.microsoft.com/office/drawing/2014/main" id="{51765131-7315-4E08-9DF2-D5614F25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节省多久、还需核对多久、失败和费用多少</a:t>
            </a:r>
          </a:p>
        </p:txBody>
      </p:sp>
      <p:sp>
        <p:nvSpPr>
          <p:cNvPr id="21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4011F7E9-2A85-44C0-A170-E3D1EA7D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84D1AB5F-320E-4F52-A1A0-C44E9811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先小范围试用，确认结果和操作范围，再判断是否值得长期复用。</a:t>
            </a:r>
          </a:p>
        </p:txBody>
      </p:sp>
      <p:sp>
        <p:nvSpPr>
          <p:cNvPr id="23" name="byline">
            <a:extLst xmlns:a="http://schemas.openxmlformats.org/drawingml/2006/main">
              <a:ext uri="{FF2B5EF4-FFF2-40B4-BE49-F238E27FC236}">
                <a16:creationId xmlns:a16="http://schemas.microsoft.com/office/drawing/2014/main" id="{44DA4CDD-9F63-465A-9C05-DFA0F36E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4" name="page">
            <a:extLst xmlns:a="http://schemas.openxmlformats.org/drawingml/2006/main">
              <a:ext uri="{FF2B5EF4-FFF2-40B4-BE49-F238E27FC236}">
                <a16:creationId xmlns:a16="http://schemas.microsoft.com/office/drawing/2014/main" id="{B55DE515-8D0F-46F2-B7F6-A462BC50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</p:spTree>
    <p:extLst>
      <p:ext uri="{BB962C8B-B14F-4D97-AF65-F5344CB8AC3E}">
        <p14:creationId xmlns:p14="http://schemas.microsoft.com/office/powerpoint/2010/main" val="2085168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5C2DD0-2DF7-48D6-82CC-42A93D88C0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8773454da4c0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73A8F9D-30AF-43E2-89D6-0A49DC58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F49A82-7417-4253-98B6-4E06249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2EE935A1-7434-44B3-B5BE-ADA7B4BA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4B635BAF-4C40-44D7-941D-0820C28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5038C8EC-037D-4E6C-A0C8-4B5C4DBF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1BD28A3B-D2CC-43AF-9BCA-F7BE294A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6E6CF034-8D14-4E81-B3D6-EB6EA3F0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A36CA2B9-85D2-4A3F-80A5-470C45E5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87379247-4CDF-476C-ABF7-EABA0F06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E237A7A-CFA0-432D-A4E0-3F16CB59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5A7BB20F-3B62-4AFE-9303-B0E466B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821EE894-6D67-4CC8-B07C-77401FE2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329D425A-F5D2-44EF-B482-404DB56E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3B1A7D30-1AB1-40D0-9C0C-AB36291C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979F6278-A7E7-41C2-8942-7A0D4FB3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57E4803C-0203-4349-BD78-3CFA904D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97FA4C5A-7F88-4C80-AC09-7167AD25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5D79BF46-BBB8-4558-B5EB-C8F1D2AA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BE692C16-3300-4EBC-8C6A-FCA89F8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294C87CA-4873-434C-A345-E9B4943B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C3BC6E8A-83F1-4D24-BA34-809E54F0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B7789E2A-A65D-4C14-935F-894D4DEC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48A7C30B-8818-4ACA-8717-BB42B4C2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FFDA4459-4F80-4906-8A71-61F57190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9B7F8B33-19EF-491B-9C0D-CD7959E0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181E4BE7-8E1E-45D4-B668-3FD0B8F3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A97F7DA6-3608-44C7-BC35-87306A56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27E03FBD-7CFD-467E-AB64-6E2CA70E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D641D60F-3611-455A-AD55-0492F58D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0E5B64CE-CBF7-459E-9C9C-8A75376B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6C3847D9-D0D5-4102-B231-35C75DAF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2813DE6A-F3E9-4E62-AE42-F32E3CDD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DD52B46E-CC30-4DAE-8886-3D2CB9A3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0DDEB665-3121-49FE-A9A9-B66718BC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6D83B18B-A2B2-4192-A6BE-51F96859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AB007F5-0C5C-4C72-848A-55941768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692232E3-1964-4A24-893E-C000C8B9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B1CBF9FF-1A68-4577-8230-4C326791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E2BE8641-AD93-4C3B-9589-ABD09107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</p:spTree>
    <p:extLst>
      <p:ext uri="{BB962C8B-B14F-4D97-AF65-F5344CB8AC3E}">
        <p14:creationId xmlns:p14="http://schemas.microsoft.com/office/powerpoint/2010/main" val="21267658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90ED3-588A-451B-AE0F-1A825C1BE6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b2b3b566d4e7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E520D52-6C5A-461C-99FC-048D14BB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CC2BF-57E5-48F0-A706-9089ECDE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B3DB970-07B2-4FD5-86DF-21356D29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65EEF-7E5D-49BB-8116-82140612F2D9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B9BDE87-1503-4A4E-8B73-8AD1540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ABF5854B-180E-471E-9582-5573D17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1D463877-A069-4478-A708-CEF02DEE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31666040-2FF6-4293-A17A-2C5845C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</p:spTree>
    <p:extLst>
      <p:ext uri="{BB962C8B-B14F-4D97-AF65-F5344CB8AC3E}">
        <p14:creationId xmlns:p14="http://schemas.microsoft.com/office/powerpoint/2010/main" val="16972946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03FF01-5985-4D7B-A6D6-66A9E5E86F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64cfb393447c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38FD7763-0A6D-435C-8776-93A8765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FADCE7-10D9-45D8-B00E-15C72F27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A09642D-E80A-47A8-A9A9-1B598947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FC3F29D1-634D-4A96-99A8-8FD2330E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F8B73B5B-685C-4710-B8BA-043C5E7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2F8212D2-9229-45F2-B93A-4972BB0E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C6A21DD1-5459-47A2-A60B-F4B1E2A9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44E11DD9-D822-465A-84AA-D3F7A855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44E84FC6-4851-498C-8B2E-CEBE0A73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47AF6C86-C6DE-43D7-B25C-529EFD9F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ECB67A01-E7DF-44BD-848B-B341677E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8C418FB7-EB36-4EDC-8082-5A4C90E4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E7029A74-FB9C-4A98-84E3-DC19AC2A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9167965A-CE90-427B-B66C-4E64C14A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C0DB07EC-F2D7-4525-A601-0C7ABAE4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C2A573D3-DF34-4236-8090-F58FFF08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F6623CE6-2B98-48BA-A787-12748EC5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349DDCAE-02BB-40FE-9349-6D076767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DF654188-BA57-420C-A240-58C3183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E1FCDDA8-E781-40C3-AB66-21A65888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6F7F587A-CD44-4BBD-8D1E-DFD33358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C03F9F62-67B9-4484-AF66-7985959C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01C5F6CF-4E70-419E-8531-F554B068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BA4E6D81-C54D-41B5-A6A3-DE1F5B1E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95B93D78-5C40-4174-B23D-459FB8F7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3C43E56F-04F1-4CB6-9DB8-82F65D2C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A3E51DE7-26A3-4795-B594-D265FBD4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DD7A9D47-EAE1-4CFF-B3FB-D0093174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CDCB7F08-CA4D-4A3E-96BE-29330749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79C18FF7-CD83-430A-BB05-BF39CFF3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B578AEF4-9814-41FC-8C67-A3223A6E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BE3FB8A1-117A-4C75-956E-FC7DEAD2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C6345B87-E0FF-4E1C-8D3A-F924D43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4D39776-392B-40DC-9A42-DE2C7587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58A45F89-3CF2-4181-B0FD-2D72FCBB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7C6D5529-E2F2-4E95-8155-AA55E6D7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3D809AB4-8F4B-4459-BBE3-DCFCD258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</p:spTree>
    <p:extLst>
      <p:ext uri="{BB962C8B-B14F-4D97-AF65-F5344CB8AC3E}">
        <p14:creationId xmlns:p14="http://schemas.microsoft.com/office/powerpoint/2010/main" val="13424285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F4D2BE-B7E9-4745-B82C-B5B7AE060E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81426109b40d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8E48D834-0229-4810-BB00-F20DADD9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1B201A-1782-40F5-9019-599FF363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D9B3B61-7F58-4F2E-A7E9-850168C8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DB161A77-0EB2-4F06-9DF1-12C94F17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0B8B5283-2BFE-48FE-9712-8D07BFC3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6C23D016-C0A9-430B-8770-58AC826B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4894FDA7-5982-4653-818F-16B589A4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6D7E12A5-B112-4372-A5E8-AD5BD18B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33CDA609-8C09-4C14-93D9-60CE8723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A7E33F55-80DD-4679-9824-F36D18E6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30387080-A947-4450-B5E1-FD8582C2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02C33DF3-69AF-4BBC-ACCB-26F144F9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EECE2900-83F3-4D2D-9193-7268A4EA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F040472E-8646-4BDB-84F4-45390062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C36655B9-D440-438B-B490-9D1030EA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2039D83C-2076-4E63-AA84-AF461CE1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82D1056F-4EFD-4E9A-AD30-82685D98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57E3BB34-5E54-4E64-8DAF-7654D7E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97645812-4E3A-4B23-88C7-036FC425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5E4FE635-BA81-4D6D-8E16-5C17BF49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79FF8459-C97F-4737-9A01-13FDB58A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050B4030-6183-4C09-80B2-AF084C30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DC64A858-6001-437C-800E-803B1DBE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375DE1B-C430-4702-B878-205B5832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D2E888D6-4AAE-4C6C-85E1-150F2AD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DC2BB0B0-5F4C-4349-BEEA-0D2AE989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5997AB20-C939-45D7-8958-91C227BF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</p:spTree>
    <p:extLst>
      <p:ext uri="{BB962C8B-B14F-4D97-AF65-F5344CB8AC3E}">
        <p14:creationId xmlns:p14="http://schemas.microsoft.com/office/powerpoint/2010/main" val="18392035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B65F76-999F-4FF5-A00C-D34D75C92A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b57b10fe6466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92DF310-BDDF-4BA8-8F09-442DB9ED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2F7889-C560-4E47-BB16-5E8585AF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31A3D45-54E3-4AE6-B5B6-82A125F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E40BE8B7-58EA-414B-B2D3-6ABE2B56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01D13E99-1BE3-4283-A401-C73556DB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93F7F758-ABE0-46DA-829C-E7E22988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8E6386E4-F3D4-4B9C-A86E-7317F7D2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E00E9A0C-BB77-4562-8869-23CABDE8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93925AE8-AB49-47BC-8701-32CA38DF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3368F896-9991-4010-ACDE-9792F11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9D0D38A2-DC35-4EF8-A23A-586AB631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87534EB0-F142-4A50-8F7E-2484E157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BEA4DECB-743F-46EE-8DD2-84DB6ABA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6F38E338-AC61-4599-A0B9-A5C7789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0BAFD2B1-B905-4E0C-BC02-8564541A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D5F2B6EC-2B80-418F-9EAA-B47CF919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D3FCF9A3-49DC-4C29-9E97-B83501C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1185DB91-CC1B-4620-9930-B86BCE1B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7F786E9D-8D90-4C94-A4B1-C79E7324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1BF0BDCE-A403-4F9A-BD5D-F35EB0D6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DC04E66A-9B3C-456A-82FB-CC57AB1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DC107313-8675-4009-9EE4-86BA148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1AADC1F0-AF69-4443-A0DE-0894B110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E3B17111-84AA-4E38-95F6-45D4FD61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5740DE00-23FA-417E-938E-AF0AEE54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9D6A8953-4E6B-4923-8BCD-C94A4EE9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DC631E29-8FF3-4BDC-BB56-1F6DF1B4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596AFBC-2E4E-4EAA-8E40-D0954251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E28D0491-BEA4-4E4F-BC1F-0591A91A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42CE80F5-25D1-4EBC-89F8-34288519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F8FFBF09-E174-41AA-9098-93A94A59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</p:spTree>
    <p:extLst>
      <p:ext uri="{BB962C8B-B14F-4D97-AF65-F5344CB8AC3E}">
        <p14:creationId xmlns:p14="http://schemas.microsoft.com/office/powerpoint/2010/main" val="1807693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8C9C16-C6E6-467F-A98D-CFFE83DA23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b929867e846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77D2D5C-8D5B-40A6-A230-8BF277A8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9F72E8-CE50-4F7B-ABDA-9EFD0B4C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DBDA99D-5C18-4FFA-8118-060BDBF9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3A06A756-1665-4400-A116-5C41A05E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94B92B46-6F79-4185-95AF-34E5CDE2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695635C6-875A-4A86-913D-028D8306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8654B207-D709-4C85-86A4-4889D923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1EE7990C-3E54-4A11-955B-3537F6DD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5CA83B09-80CA-495E-A852-0996E6A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0EA0D8EA-9C2B-4944-A6BA-DBF46AE1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3C7BF4E2-CA42-4CC6-A9B9-44BD1BBA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生成并运行检查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5A203E30-8D9C-4502-AA8C-D454A12B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共用样例，保留实际结果与记录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ADBD4B31-6743-4F9C-BAEC-663AC143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03FC5055-892A-49B2-990F-DEB10B3B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13BB888E-EC0A-4E4E-88E5-4C254DC5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39E86ACA-76E7-46D6-8379-B13A5BED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4CB1FB30-B972-4686-8960-0CA5A1AF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26B1DD7E-FDE9-47C5-8F09-2CFA4E69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06B41688-9752-43C0-9B4E-A6B52E1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D9CB6E6E-3C67-44B3-A892-7DFB56A6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274BA4A7-C574-4830-A21F-20BBB069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E0574AC1-7BE1-45EC-899C-B652245F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7B992C48-FACE-4A31-8090-C705B164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7167C8AD-8CCC-48DF-93FE-F6A9849C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A17A21B7-BF23-410E-9F62-B029A696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B3883FB1-86C8-4EF8-B9D8-BD0AE27F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17298349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2026-10-14T14:10:30.9420000Z</dcterms:created>
  <dcterms:modified xsi:type="dcterms:W3CDTF">2026-10-14T14:10:30.9430000Z</dcterms:modified>
</coreProperties>
</file>