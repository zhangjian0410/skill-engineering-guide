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62c0605c4841fa" /><Relationship Type="http://schemas.openxmlformats.org/officeDocument/2006/relationships/extended-properties" Target="/docProps/app.xml" Id="Rb5c2d6fd22b741fc" /><Relationship Type="http://schemas.openxmlformats.org/officeDocument/2006/relationships/officeDocument" Target="/ppt/presentation.xml" Id="Rb71bad3f34fe44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24a626393e4e8c"/>
  </p:sldMasterIdLst>
  <p:notesMasterIdLst>
    <p:notesMasterId xmlns:r="http://schemas.openxmlformats.org/officeDocument/2006/relationships" r:id="R674a686ab8b3436b"/>
  </p:notesMasterIdLst>
  <p:sldIdLst>
    <p:sldId xmlns:r="http://schemas.openxmlformats.org/officeDocument/2006/relationships" id="256" r:id="Rec7dae9c25a649e0"/>
    <p:sldId xmlns:r="http://schemas.openxmlformats.org/officeDocument/2006/relationships" id="257" r:id="R8d9e9533fcbc4173"/>
    <p:sldId xmlns:r="http://schemas.openxmlformats.org/officeDocument/2006/relationships" id="258" r:id="Ra508cf72c4b44407"/>
    <p:sldId xmlns:r="http://schemas.openxmlformats.org/officeDocument/2006/relationships" id="259" r:id="Rf35b4344f61f4ac9"/>
    <p:sldId xmlns:r="http://schemas.openxmlformats.org/officeDocument/2006/relationships" id="260" r:id="R359c1353401e4502"/>
    <p:sldId xmlns:r="http://schemas.openxmlformats.org/officeDocument/2006/relationships" id="261" r:id="R5bee28b0c99a4499"/>
    <p:sldId xmlns:r="http://schemas.openxmlformats.org/officeDocument/2006/relationships" id="262" r:id="Rf87354cd31934f20"/>
    <p:sldId xmlns:r="http://schemas.openxmlformats.org/officeDocument/2006/relationships" id="263" r:id="R65e80f0ff27b499d"/>
    <p:sldId xmlns:r="http://schemas.openxmlformats.org/officeDocument/2006/relationships" id="264" r:id="R981af0d30bb145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e45a534644038" /><Relationship Type="http://schemas.openxmlformats.org/officeDocument/2006/relationships/slideMaster" Target="/ppt/slideMasters/slideMaster1.xml" Id="Rba24a626393e4e8c" /><Relationship Type="http://schemas.openxmlformats.org/officeDocument/2006/relationships/notesMaster" Target="/ppt/notesMasters/notesMaster1.xml" Id="R674a686ab8b3436b" /><Relationship Type="http://schemas.openxmlformats.org/officeDocument/2006/relationships/presProps" Target="/ppt/presProps.xml" Id="Rf21ce3f466dc4830" /><Relationship Type="http://schemas.openxmlformats.org/officeDocument/2006/relationships/tableStyles" Target="/ppt/tableStyles.xml" Id="R7cb3415961c04699" /><Relationship Type="http://schemas.openxmlformats.org/officeDocument/2006/relationships/slide" Target="/ppt/slides/slide1.xml" Id="Rec7dae9c25a649e0" /><Relationship Type="http://schemas.openxmlformats.org/officeDocument/2006/relationships/slide" Target="/ppt/slides/slide2.xml" Id="R8d9e9533fcbc4173" /><Relationship Type="http://schemas.openxmlformats.org/officeDocument/2006/relationships/slide" Target="/ppt/slides/slide3.xml" Id="Ra508cf72c4b44407" /><Relationship Type="http://schemas.openxmlformats.org/officeDocument/2006/relationships/slide" Target="/ppt/slides/slide4.xml" Id="Rf35b4344f61f4ac9" /><Relationship Type="http://schemas.openxmlformats.org/officeDocument/2006/relationships/slide" Target="/ppt/slides/slide5.xml" Id="R359c1353401e4502" /><Relationship Type="http://schemas.openxmlformats.org/officeDocument/2006/relationships/slide" Target="/ppt/slides/slide6.xml" Id="R5bee28b0c99a4499" /><Relationship Type="http://schemas.openxmlformats.org/officeDocument/2006/relationships/slide" Target="/ppt/slides/slide7.xml" Id="Rf87354cd31934f20" /><Relationship Type="http://schemas.openxmlformats.org/officeDocument/2006/relationships/slide" Target="/ppt/slides/slide8.xml" Id="R65e80f0ff27b499d" /><Relationship Type="http://schemas.openxmlformats.org/officeDocument/2006/relationships/slide" Target="/ppt/slides/slide9.xml" Id="R981af0d30bb145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fd7b3d31e64a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3bfe224a4a4d65" /><Relationship Type="http://schemas.openxmlformats.org/officeDocument/2006/relationships/notesMaster" Target="/ppt/notesMasters/notesMaster1.xml" Id="R0d26c77ba45d4f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b19798b2184bf4" /><Relationship Type="http://schemas.openxmlformats.org/officeDocument/2006/relationships/notesMaster" Target="/ppt/notesMasters/notesMaster1.xml" Id="R7aadd67bc2524d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e40f08fb0a484a" /><Relationship Type="http://schemas.openxmlformats.org/officeDocument/2006/relationships/notesMaster" Target="/ppt/notesMasters/notesMaster1.xml" Id="Re5c96597fa1841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b595065fc845f5" /><Relationship Type="http://schemas.openxmlformats.org/officeDocument/2006/relationships/notesMaster" Target="/ppt/notesMasters/notesMaster1.xml" Id="R61e39fcb4cd841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88689269d04ec8" /><Relationship Type="http://schemas.openxmlformats.org/officeDocument/2006/relationships/notesMaster" Target="/ppt/notesMasters/notesMaster1.xml" Id="R062b1acae2c242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295553c35a4e90" /><Relationship Type="http://schemas.openxmlformats.org/officeDocument/2006/relationships/notesMaster" Target="/ppt/notesMasters/notesMaster1.xml" Id="R12fdddc8026b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70d587ff4c4fd4" /><Relationship Type="http://schemas.openxmlformats.org/officeDocument/2006/relationships/notesMaster" Target="/ppt/notesMasters/notesMaster1.xml" Id="Rfd257b606ed848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e6c522dac342e9" /><Relationship Type="http://schemas.openxmlformats.org/officeDocument/2006/relationships/notesMaster" Target="/ppt/notesMasters/notesMaster1.xml" Id="R13673bae43aa4a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b43713e7dd4aaa" /><Relationship Type="http://schemas.openxmlformats.org/officeDocument/2006/relationships/notesMaster" Target="/ppt/notesMasters/notesMaster1.xml" Id="R5f473ef80e9e42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practice/fixtures/normal.json 的完整 7 行；按 business-rules.md 及独立 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本页讲解：把 Skill 想成给接手同事的一份资料包，会容易理解这个目录。打开 SKILL.md，他先知道这项工作怎么开始、什么时候算完成；需要核对口径时，再看 references 里的详细规则；真正处理数据，则调用 scripts 里的实现。我们的练习把检查、处理和校验放在一个 pipeline.py 中，图上的三个脚本名只是职责示例。简单任务用不到的目录，就不用增加。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05 的目录架构；标准必需入口与可选目录依据 Agent Skills 规范。inspect/transform/validate 为职责示例，练习包将三阶段收在 pipeline.py，未冒充包含三个同名脚本。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目录中的脚本是职责示例。真实下载练习按三阶段 pipeline.py 执行，未安装或验证目标同事的 Qoder。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本页讲解：当你和 AI 把一次任务做对了，别只留下最后的报表。这次用的输入、确认的口径和核对过的结果，都是下次验证的参照。请 AI 把处理方法整理成完整 Skill 包，导入后再开一个新对话，给它新任务。我们故意换对话，是想看它能否靠保存下来的规则工作。手动选择能跑通之后，再试自然语言能否找到它；入口按你使用的 Qoder 版本核对。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来源与对应：分享对话中从成功任务到新 Chat 的完整步骤；当前官方 Qoder 技能操作指南。网页提供完整创建提示词与练习下载，不要求初学者先编程。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本页讲解：如果只拿一份正常数据试，很多问题不会出现。缺了字段怎么办？同一个 ID 的两行内容冲突怎么办？所以我们给练习准备了正常、可处理变化和应停止异常三类场景，每次都看实际结果和停止行为。自评可以帮你发现该查哪里；想知道是否真的做到了，还得看运行记录。改过 Skill 后把这些用例再跑一遍，才能知道修复有没有影响原来正确的结果。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06 的 Discovery / Execution / Verification；分享正文中的正常、变更、异常三类案例。L0–L4 成熟度放入可选深入阅读。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你可以从手头一件重复工作开始，不必一次做出一个大系统。选定任务后，用自评看看还缺什么，再准备几份能判断对错的样例。在新对话里跑通了，就请另一位同事拿同版本再试，看看哪些说明还不够。遇到问题，把脱敏输入、预期与实际结果和校验记录一起交给张坚、李琦。这样大家能重现问题，也更容易把修正补进下一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9ab174656546d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0b5d5182043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3e1bc8ddaa4f9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b3aeeba284c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26ac712db46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45c40be7b41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F3DD20-B04D-4689-9C95-652A5717DC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C738858-7101-4978-B7BA-8BCA07F110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1F2209C-3800-4752-AC32-99CF4D61D5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5CF9A0-E6AC-4ABB-A632-FC3BF5A8A2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9AF391C-518F-42DF-BD8D-94B4E44427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A8C4312-D0B7-4FFD-8D61-7FF78B16AB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1CA389-A145-41BB-ADA1-F6DF00DB11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15FD64D-C20C-4351-800F-6561457586E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C7AED2-3DAA-4AEB-8D8E-8D85F27FC4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6AB8C9-2839-4F87-A1DC-9B35797F93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117fe14d6545b6" /><Relationship Type="http://schemas.openxmlformats.org/officeDocument/2006/relationships/slideLayout" Target="/ppt/slideLayouts/slideLayout1.xml" Id="R5f6c47b9b58d4ba6" /><Relationship Type="http://schemas.openxmlformats.org/officeDocument/2006/relationships/slideLayout" Target="/ppt/slideLayouts/slideLayout2.xml" Id="Rf1a4fabea9154ac4" /><Relationship Type="http://schemas.openxmlformats.org/officeDocument/2006/relationships/slideLayout" Target="/ppt/slideLayouts/slideLayout3.xml" Id="R891606b71762467e" /><Relationship Type="http://schemas.openxmlformats.org/officeDocument/2006/relationships/slideLayout" Target="/ppt/slideLayouts/slideLayout4.xml" Id="Rf49ed284373244a3" /><Relationship Type="http://schemas.openxmlformats.org/officeDocument/2006/relationships/slideLayout" Target="/ppt/slideLayouts/slideLayout5.xml" Id="R900295f8e9784f4a" /><Relationship Type="http://schemas.openxmlformats.org/officeDocument/2006/relationships/slideLayout" Target="/ppt/slideLayouts/slideLayout6.xml" Id="R5e50eba5674b4e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6c47b9b58d4ba6"/>
    <p:sldLayoutId xmlns:r="http://schemas.openxmlformats.org/officeDocument/2006/relationships" id="2147483650" r:id="Rf1a4fabea9154ac4"/>
    <p:sldLayoutId xmlns:r="http://schemas.openxmlformats.org/officeDocument/2006/relationships" id="2147483651" r:id="R891606b71762467e"/>
    <p:sldLayoutId xmlns:r="http://schemas.openxmlformats.org/officeDocument/2006/relationships" id="2147483652" r:id="Rf49ed284373244a3"/>
    <p:sldLayoutId xmlns:r="http://schemas.openxmlformats.org/officeDocument/2006/relationships" id="2147483653" r:id="R900295f8e9784f4a"/>
    <p:sldLayoutId xmlns:r="http://schemas.openxmlformats.org/officeDocument/2006/relationships" id="2147483654" r:id="R5e50eba5674b4e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e09a7907dd4e66" /><Relationship Type="http://schemas.openxmlformats.org/officeDocument/2006/relationships/image" Target="/ppt/media/image.png" Id="R271547c3e24b4654" /><Relationship Type="http://schemas.openxmlformats.org/officeDocument/2006/relationships/notesSlide" Target="/ppt/notesSlides/notesSlide1.xml" Id="Re33e728ec72944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f015a5cec043a8" /><Relationship Type="http://schemas.openxmlformats.org/officeDocument/2006/relationships/image" Target="/ppt/media/image2.png" Id="R51043388aac64a7f" /><Relationship Type="http://schemas.openxmlformats.org/officeDocument/2006/relationships/notesSlide" Target="/ppt/notesSlides/notesSlide2.xml" Id="R98aca8f7a1e34d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48f6b6a4a04e3a" /><Relationship Type="http://schemas.openxmlformats.org/officeDocument/2006/relationships/image" Target="/ppt/media/image3.png" Id="Rb05975fa64984bb7" /><Relationship Type="http://schemas.openxmlformats.org/officeDocument/2006/relationships/notesSlide" Target="/ppt/notesSlides/notesSlide3.xml" Id="R60b745ad52f04b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dd6128620343da" /><Relationship Type="http://schemas.openxmlformats.org/officeDocument/2006/relationships/image" Target="/ppt/media/image4.png" Id="Rb5392fbce53f4f6d" /><Relationship Type="http://schemas.openxmlformats.org/officeDocument/2006/relationships/notesSlide" Target="/ppt/notesSlides/notesSlide4.xml" Id="R0c95cc13f38946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0244e4173e49cc" /><Relationship Type="http://schemas.openxmlformats.org/officeDocument/2006/relationships/image" Target="/ppt/media/image5.png" Id="Rdb41f43a30d4412d" /><Relationship Type="http://schemas.openxmlformats.org/officeDocument/2006/relationships/notesSlide" Target="/ppt/notesSlides/notesSlide5.xml" Id="R6504219f9ff74a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df1c745be3435a" /><Relationship Type="http://schemas.openxmlformats.org/officeDocument/2006/relationships/image" Target="/ppt/media/image6.png" Id="Rc463b858b56540fe" /><Relationship Type="http://schemas.openxmlformats.org/officeDocument/2006/relationships/notesSlide" Target="/ppt/notesSlides/notesSlide6.xml" Id="Rf4929665089f47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1a564f211242c9" /><Relationship Type="http://schemas.openxmlformats.org/officeDocument/2006/relationships/image" Target="/ppt/media/image7.png" Id="R61a7758ca4c641f2" /><Relationship Type="http://schemas.openxmlformats.org/officeDocument/2006/relationships/notesSlide" Target="/ppt/notesSlides/notesSlide7.xml" Id="R4e0eb6e7c5d441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7686f39ee2489b" /><Relationship Type="http://schemas.openxmlformats.org/officeDocument/2006/relationships/image" Target="/ppt/media/image8.png" Id="R0d70737dfc7e43ab" /><Relationship Type="http://schemas.openxmlformats.org/officeDocument/2006/relationships/notesSlide" Target="/ppt/notesSlides/notesSlide8.xml" Id="R5a1a67465daf40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d9f38a3b854a33" /><Relationship Type="http://schemas.openxmlformats.org/officeDocument/2006/relationships/image" Target="/ppt/media/image9.png" Id="R7ca3404026bb43fb" /><Relationship Type="http://schemas.openxmlformats.org/officeDocument/2006/relationships/notesSlide" Target="/ppt/notesSlides/notesSlide9.xml" Id="Rc4e611698e914d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4DABD2-1CD7-4700-868F-C4BF36DE95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547c3e24b465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129AA44-1051-4523-AE0B-7517023C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AE5A89-F352-4B48-819C-DD04CFD4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376192D-8969-4910-AAC4-C4BE5CE6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EEBE1604-95D3-4659-98BA-83EEDD9D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EE2E2D49-C249-4BDA-A1D5-139612EA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6988AC16-BE25-47A5-A8B9-A88FF0B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58A5CCD0-346E-4943-8333-4BD42499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8FB790C0-B1DC-47CA-B13D-90D7CD13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5CF5B3D7-4D94-4327-90A7-6A96AE69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035C37A5-AE9D-486A-8139-DDEF3DB1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6448FE47-C5A9-4BB4-9621-47425402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43D4AE10-AC97-49A1-8C3F-F419B833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2C17CA8E-6461-414D-BF15-FA8F32D4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C74C6ADC-5824-4C43-AF7D-2D9654F5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2D098399-0868-4540-9CA6-DF423438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67C64C1E-6D22-4F0F-8892-F99956B4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2A3089F6-1B72-4826-BED7-09A5071D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F7AAAFAF-76B4-4E98-BBA8-92836679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6BC3463F-2446-41B7-A3A1-26C09C3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2810F028-3DC3-4612-A869-6392CEBB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A46A8AF8-D64A-4586-BF3E-40B6964A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ED1C8BD9-E057-414B-9CD1-06CE42BB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8F689DFD-2380-4D6A-86D8-F0F0E47E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928C1F22-C063-41CB-AF69-95C4F112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60E2B2D2-8716-47F5-A94B-6B2C1531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9C977DD7-CEE5-4743-95EF-FC26B4F0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4475F7F8-B559-4C41-99BC-EFA694C8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D096A34B-AB94-46E3-BE70-B958509D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35ACC03B-6017-4922-A8B4-938A2DD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27CD23CC-AB9A-4867-97D0-1DE371CC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1958734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D0C6D-3A65-4257-AF31-20E6FDF3DC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43388aac64a7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DE7E1A29-D01E-41B5-944D-7FB3DE39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8C19BC-DE12-402E-94A0-864981D6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85EAEF7-D647-4462-A134-A0DC92C7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9E4151A3-6C6C-4857-AEDD-55E931B5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82705-E9BF-49E1-8B1E-072124D8CCEA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706E176D-3246-4FD5-A8BF-8DC81A8D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22850F81-A6EE-43E9-AA02-B3CA14B3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95F89850-9EA6-4443-A0C5-DCA5119A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3B42A29E-EA01-4308-A031-A418AE97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237CF6C8-FCE3-4E42-95C4-4664F52C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日创建的工单，按 ID 去重；内容冲突时停止。告诉我总数、完成数、待处理数，以及完成工单的平均耗时。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DDDC7F7A-9898-4FA1-ACFF-998F127C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C50BF7E3-9402-48E2-987D-9DFAE8CB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ABC5F036-47D4-4651-97B5-FDD62247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870960EF-4CDD-4893-8C2D-94B3D96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BF7B4393-025B-41BF-A402-0857D6D2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750CD3E-9ABC-4A70-B90F-846BE3E2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74683CC4-3628-4C24-B140-AAC4AA38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992592EE-91E0-4078-BCC0-617AB971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F7C59B44-BE1B-407E-B771-0F02B4B3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6818122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61120B-FE49-4830-9927-90478768C5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975fa64984b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CE2ECF4-F746-431E-84AB-448A21BD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43D2B4-95AE-424F-A713-E22560BB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6A3E43F-B33F-4C62-81F8-8780B284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9988852E-7427-4ED5-86FC-D7730973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63D3EF38-BB79-4EAE-8DB4-DAC7DEC5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2CDD96AF-D759-4392-9077-10B9CC5A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BAD87055-BDE2-43C9-B21C-67F3B028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DA1CAA58-FB7A-4810-9778-7E2C7FF8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AD61A624-3178-4D6E-836D-5300D47D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56DC66AC-4A4C-463E-99FC-815A4A28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98278B10-F046-436F-B7C8-B54E0A36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BB037A70-7A8A-4811-A3BB-B9AF7F67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3D368B76-3CE5-4104-9ED4-01F8D881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FED71EC5-2DBC-46E8-84BF-09E38156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84691175-F324-41DE-A5B1-04CA45E0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8E7554B8-DB3A-45E2-92CD-A75F0B0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4015AA92-7EF8-4AAB-AB22-4BFC0E79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D3D73FA5-7228-4EDB-B5BC-841CAAA9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71224090-3CA5-4E7E-9F5A-041C6F2B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4AABAD44-9AC1-4156-A50C-35BB8780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E0FB24AE-A399-45FA-B22A-50FF1336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95A5B03A-5B0A-4271-B2FA-9EE08AE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C3C8B140-6C3B-42CA-B534-A2788E43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171741A0-B0E6-473F-B6C6-4F444AD3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10FCBCF-348B-48AD-B319-74576480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5E32DF3E-114A-4A17-9BFB-2F3AC872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D31C8805-6A93-4687-A9A5-3855935A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378574D5-1AFE-4C92-BD5E-9A993564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1961298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79F1B5-C88C-4D02-A3B8-F5B49869A7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92fbce53f4f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EDEF0D6-B322-40E8-8E94-1E2E65E9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18237B-213C-46DF-8096-95A90443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ED55BB6-1405-4576-B313-C68CC2CA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A55AF94C-1D6F-41FC-A28F-8778EF42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1E6CD062-C294-49EC-ABB0-59A73FD8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8FD07BAE-4B10-4790-BEC4-FB912C33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BAD6F7E6-EF4D-4356-A749-A21280EC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98C7234F-CEB6-4B31-B65B-31141BCA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0CFBEB45-236B-49EB-A2E1-3079B2E5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E9FCC4E-CBEB-420B-A942-AD11C096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B8748A13-DF35-484C-B170-A87C78FC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E34C4D70-C0D3-4DBD-A8D9-3E0BBB50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BAAD5CEF-2B71-406F-B70E-D0DDACC1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3ECA71EB-0DF0-4868-A6F2-E9C347C6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3878EF0D-EC00-44AA-BCD1-423067AE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DFE189CA-370E-443D-A47A-84776492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4B339039-4B1A-4E57-96D5-8A13EFD3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96553A34-39F5-4DDD-9CCC-E490DEEF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CFC6E613-ACD2-4813-80B2-F8AC364D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EBE7AC5-F7D9-4391-8BC5-4CEDB03A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11DE3C90-E255-4C10-83A3-F15EEF63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036F6790-84EB-425D-908B-8DC97277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B79EA189-B82F-4A09-993D-8134F22F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BFC0231F-F817-48D6-ADD6-A08CC967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9A95EC8C-DD59-41C6-B09C-67166FDC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3225B103-F062-45FD-8F48-A4C45456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E53978A8-D60F-47E6-B3B9-03A0240D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0F0A46C7-29D3-4AE6-A9AD-247F7892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F59D0DEF-0364-444E-A2AC-FDB41784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2FDA4B93-736B-409B-925B-BF35E18D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3C5AFCA2-9BCA-407B-8590-18E2B78A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AF1FDBEC-F8F8-4088-913D-2637DE95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AE27FF2E-3C9B-44FE-8B2B-1A4828C1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9459C074-4109-46CD-A340-028440FB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CE56D2C8-2A3A-49DF-83F0-E92D3C95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E3A3E8EB-C04B-4A41-9F20-98099CD7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F51EC001-E2DF-4238-876B-2BF5B0CC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D5E75C8A-68B2-4FD6-821B-C3507617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E7D95B8F-72E6-4435-B5CD-BFE974E8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19790592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E94C1-552D-427C-9324-90183D8E02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1f43a30d4412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B2776B8-8F25-46E5-9A9C-8EF2DB65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7274D6-DF01-403D-83EA-B6D8CF88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864E0D7-00ED-48D0-BB9F-BD7A98E8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91320B-B776-4E4C-BFFC-480B9D6A2182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AD099EB-1B4E-48FB-848C-3B3A880E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D31367A7-3E78-4B2C-9C27-385A110A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E72563FB-C47E-476A-AE58-1AC72EF8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F7E4C2AE-D321-4BD7-873D-DFD174DD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1062766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9C4304-286B-4574-BEBB-0F86E5FA4E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3b858b56540f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36ECB1F-AC11-4BAE-A010-4C63CFFB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31570C-8EB7-4D21-8DC7-3BEF12B0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FFBDAC2-12F3-4A3F-BD12-AD6B6247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SKILL.md 保留入口与行为契约，详细 Spec 与 Implementation 按职责分开。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E7B675ED-748F-4C96-A746-FBE6AA11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C5301D2E-498C-44CF-AA1E-D4ECB87A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9019BA52-3C56-4579-937F-71834301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99AE4E04-79B7-4937-B612-1562A93A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90850"/>
            <a:ext cx="878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71A27686-BCEC-43F1-BF63-58809910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7E831D60-57ED-4186-845A-DD9E66B9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A5F82625-7EB0-4184-8A47-107B6006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40201A53-86D4-448E-80FF-827175DE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0">
            <a:extLst xmlns:a="http://schemas.openxmlformats.org/drawingml/2006/main">
              <a:ext uri="{FF2B5EF4-FFF2-40B4-BE49-F238E27FC236}">
                <a16:creationId xmlns:a16="http://schemas.microsoft.com/office/drawing/2014/main" id="{66927363-A6AC-49DD-B78D-FDF88783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5F0126A5-7B1B-4FBC-B0FC-1D19C9E5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5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70813B62-42D0-458B-83B3-2AC592F4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6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115E3085-0CBA-4765-A1C5-5E429AF4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何时使用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执行路径与分支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7" name="directory-1">
            <a:extLst xmlns:a="http://schemas.openxmlformats.org/drawingml/2006/main">
              <a:ext uri="{FF2B5EF4-FFF2-40B4-BE49-F238E27FC236}">
                <a16:creationId xmlns:a16="http://schemas.microsoft.com/office/drawing/2014/main" id="{458212C8-27D8-4BCA-83DE-B23C95E5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80BCD46B-78DE-4A21-8E36-0940B8F3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19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D8345820-88B8-4CC8-AEAB-357ACB98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业务与技术 Spec</a:t>
            </a:r>
          </a:p>
        </p:txBody>
      </p:sp>
      <p:sp>
        <p:nvSpPr>
          <p:cNvPr id="20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687457F9-B82E-41CF-831D-E6C30FA0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workflow-spec.md</a:t>
            </a:r>
          </a:p>
        </p:txBody>
      </p:sp>
      <p:sp>
        <p:nvSpPr>
          <p:cNvPr id="21" name="directory-2">
            <a:extLst xmlns:a="http://schemas.openxmlformats.org/drawingml/2006/main">
              <a:ext uri="{FF2B5EF4-FFF2-40B4-BE49-F238E27FC236}">
                <a16:creationId xmlns:a16="http://schemas.microsoft.com/office/drawing/2014/main" id="{981508EC-5182-4572-8FD1-DC457460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41C20998-092E-4E50-8206-657EFA8B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3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B4F8EA63-80C3-40DE-9646-007DAE7C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4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771C4185-E492-4F38-BA26-27585677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输入检查 inspect.py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数据处理 transform.py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 validate.py</a:t>
            </a:r>
          </a:p>
        </p:txBody>
      </p:sp>
      <p:sp>
        <p:nvSpPr>
          <p:cNvPr id="25" name="directory-3">
            <a:extLst xmlns:a="http://schemas.openxmlformats.org/drawingml/2006/main">
              <a:ext uri="{FF2B5EF4-FFF2-40B4-BE49-F238E27FC236}">
                <a16:creationId xmlns:a16="http://schemas.microsoft.com/office/drawing/2014/main" id="{E4ED84B6-5C9D-4104-AF03-735B1350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76C1B179-7F58-43C5-A7F6-583DBF46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assets/</a:t>
            </a:r>
          </a:p>
        </p:txBody>
      </p:sp>
      <p:sp>
        <p:nvSpPr>
          <p:cNvPr id="27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77123670-C14D-4DD6-BC9D-31156B67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模板与静态资源</a:t>
            </a:r>
          </a:p>
        </p:txBody>
      </p:sp>
      <p:sp>
        <p:nvSpPr>
          <p:cNvPr id="28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D5FB4E34-968D-4CBC-9877-4FBDF5A0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报表模板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实际需要的图片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其他输出资源</a:t>
            </a:r>
          </a:p>
        </p:txBody>
      </p:sp>
      <p:sp>
        <p:nvSpPr>
          <p:cNvPr id="29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83E3AD24-555B-47DE-958F-1870E808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按需扩展：tests/ 验证程序，evals/ 验证 Agent 的完整行为。</a:t>
            </a:r>
          </a:p>
        </p:txBody>
      </p:sp>
      <p:sp>
        <p:nvSpPr>
          <p:cNvPr id="30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A7ABDC19-823A-4713-8C7C-83B8977C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27F98154-B6DD-4EED-8DFB-C8D7068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2" name="byline">
            <a:extLst xmlns:a="http://schemas.openxmlformats.org/drawingml/2006/main">
              <a:ext uri="{FF2B5EF4-FFF2-40B4-BE49-F238E27FC236}">
                <a16:creationId xmlns:a16="http://schemas.microsoft.com/office/drawing/2014/main" id="{83553263-3216-4AAC-AEC3-3A74B292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3" name="page">
            <a:extLst xmlns:a="http://schemas.openxmlformats.org/drawingml/2006/main">
              <a:ext uri="{FF2B5EF4-FFF2-40B4-BE49-F238E27FC236}">
                <a16:creationId xmlns:a16="http://schemas.microsoft.com/office/drawing/2014/main" id="{8DECC29E-7338-4A1B-915A-347C6F8C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4821021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614BB3-65D4-4B35-8F2F-2C688EFBEC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7758ca4c641f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BF1FCAD-70F3-4929-A473-785C2161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2FF0CA-9D2A-421B-980B-CFE61FDF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8AA1005-39C8-4FF6-92A6-B96F56EC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A691DC62-F8CF-4DF5-8CD5-3B82F522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2C37CB26-5FA2-4663-B24E-FCDB3376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4A2DE446-637C-41E4-BF26-8E3CF9A8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02BFAA77-A491-49F9-9A8C-4750F92E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DBB0104B-9C34-4B3D-AB67-426F66CC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69EE8657-1BDC-4EC6-B1D6-9D1DDF58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D1F72017-8A2C-4BAB-B6EA-4DE8DFFE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DB2DAEDA-F973-44A6-B887-989CC11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8D1E7E25-6452-4570-A657-9A917BEB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4EE88398-941D-4C4A-A56B-CDCB7BAA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65F6F20A-807B-45A6-8FD0-36144689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B91DE1D4-F949-4A08-9AD8-3875648C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622DEB61-D848-4BB4-A1C7-4B8784DF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7ABB36A5-0754-4D7F-AC8F-47D1791B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E2B3918-5479-4F28-869E-C7E074DF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CC66BBDA-5D3F-4AC9-BB60-55403D70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FB4F25D2-48AF-4837-A91F-290B3056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1A33E263-E96C-444B-B7B0-45BDFC13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7794DB74-6DD7-4014-AB53-CF58466E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8E587546-BA52-4909-B927-E100E65F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的提示词：把刚才成功的数据处理沉淀为 Skill：保存输入、口径和验收结果，写清流程与停止条件；关键处理与校验保存为脚本；新 Chat 不依赖旧历史。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3952A60-BAE4-4082-B53D-7873816C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13DB7386-8FE0-4AC8-B9C3-DF61D8CF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9D17EA15-C7FB-4A60-9C63-35195D2E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F0F48140-AFE2-454E-A5F5-1B6DCB61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762468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382AD6-450C-43D1-A78D-E644AAAC96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0737dfc7e43a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89E6F89D-D46F-40F1-8995-98373002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4E8683-072C-4361-8E8A-2D61B72F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如何证明 Skill 可靠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6789B78-A170-4A2A-BC3B-E3AA35DD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自评帮助发现缺口；实际用例核对发现、执行、结果与停止行为。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5F27B1BC-E6F6-42E8-B53C-18087FE5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65709D14-8D5A-4B64-B547-770BE85A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Discovery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F7945406-3109-4995-959C-B55EDC98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能否找到正确的 Skill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A8BA2B70-B645-4356-B345-E8A5DE2B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新 Chat 中手动选择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再测试自然语言触发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63D5BEA5-E011-4A3D-ACFF-6A7A0EA6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6FA857E6-24CE-4777-AADD-AC3FB4FA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438C4E04-6107-491D-9765-83FCE97D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Execution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49A2B7AB-AE1E-4E72-8C69-424976EC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能否独立完成任务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926075AF-806E-4F38-8FBD-37931490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不依赖历史聊天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按契约调用已有脚本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A26B7EAC-DAE5-4A60-A7D1-4D68E588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6F296C23-F5F0-491B-B8CC-55D1A35B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438FE57E-F322-469D-AB69-1DB372FB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Verification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F5049937-9747-4395-AF5B-7AC47F5E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能否证明结果正确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F8520C4C-FEC4-4E0F-A0D9-707B004E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每次核对关键结果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校验失败时明确停止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1BA972D0-62D8-43DA-AAC8-64D1CD17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B4E85C11-E648-4718-A87A-7E13C86E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正常输入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7E9A93F1-E397-4AB4-B4CC-A24FBEB5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结果与独立预期一致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22F2551F-1CE4-48AE-880D-936E1A55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306F603C-51DB-4781-92D5-3FA6DC63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可处理的变化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A034FE54-6429-4894-B720-1E1263F5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变化后仍按规则处理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B652160C-F48D-4084-A047-DBF6B666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D3AB4D1C-A4C6-474D-9C4C-46998D92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应停止的异常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56937A82-4689-4CB6-8000-7A73E903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异常停止，无成功产物</a:t>
            </a:r>
          </a:p>
        </p:txBody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1AA57FF-9B42-4EF0-8228-8B2B1BE1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645787C1-DB52-4492-9CE4-7D250157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程序 Tests 核对结果；Agent Evals 检查实际选择、执行与停止。修改后重跑，再请同事用同版本验证。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DC5C89EC-28DB-4564-9F74-D5440244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C6899257-52EA-42C7-8C94-054888DD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1432311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EBE162-B8D0-4839-8D01-BE990900C8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3404026bb43f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4115A14-CD0C-4B85-88F9-32FAF581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61E1A5-02B8-4DED-8874-74126374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428DC55-01E5-4C53-9B66-0FD4AD64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1E126282-DFAC-49BD-ADFD-3B7294D7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9C3FAAF0-923C-4DB9-847A-A13B413E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3B0B619B-885F-49BA-BD75-80A05CBA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F4D7C648-DC5F-404C-B4E3-4DB39D69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B630CFCC-B08A-470C-8409-9DE5862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0DA2FEC7-1F59-40E3-BA9C-C90A293D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8479268A-FE07-422F-9B88-E998F9D2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6C88CCEF-C5F4-4588-8CE0-F9CE1EAA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94664CCA-802D-4401-8CBB-F1C3D5A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1E385620-E593-4888-AC0C-3FC24B05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CBC77407-B0BE-4BB6-9EAC-023F275C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687DE495-CA04-4880-A1FE-F4E989BC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F21E6C01-49B1-4935-97E5-E0F32561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DBD925D8-817C-48D2-BF29-6487BAE9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F9C01BC9-9B2C-4469-B73C-0DAC3303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B96AEB7A-77A6-4BC5-8315-E0C1E3C7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BDA26861-762A-46EE-9574-5442EE13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166BAF9A-CBBC-451D-BD0A-6EEEDD9F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7221E2F1-D6AF-405F-A701-952B9763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D172A1C-F306-4276-947C-E634CFD5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1839A595-4F70-47AE-877E-495449E9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14573F9B-65E1-42F2-9A43-05EA7A31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BF9F49FB-6324-4868-BB24-4B7A53A1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10933343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2026-10-12T09:59:47.1690000Z</dcterms:created>
  <dcterms:modified xsi:type="dcterms:W3CDTF">2026-10-12T09:59:47.1690000Z</dcterms:modified>
</coreProperties>
</file>