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99de0e3d8d4d95" /><Relationship Type="http://schemas.openxmlformats.org/officeDocument/2006/relationships/extended-properties" Target="/docProps/app.xml" Id="Ra16901d97b9f4af6" /><Relationship Type="http://schemas.openxmlformats.org/officeDocument/2006/relationships/officeDocument" Target="/ppt/presentation.xml" Id="R243b7ebf9fd746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dd741ef29c463e"/>
  </p:sldMasterIdLst>
  <p:notesMasterIdLst>
    <p:notesMasterId xmlns:r="http://schemas.openxmlformats.org/officeDocument/2006/relationships" r:id="Rc7bc2b11b0714b55"/>
  </p:notesMasterIdLst>
  <p:sldIdLst>
    <p:sldId xmlns:r="http://schemas.openxmlformats.org/officeDocument/2006/relationships" id="256" r:id="R9a355aa94aea4a60"/>
    <p:sldId xmlns:r="http://schemas.openxmlformats.org/officeDocument/2006/relationships" id="257" r:id="R3e0e82242b244b24"/>
    <p:sldId xmlns:r="http://schemas.openxmlformats.org/officeDocument/2006/relationships" id="258" r:id="R379e27254caf47ed"/>
    <p:sldId xmlns:r="http://schemas.openxmlformats.org/officeDocument/2006/relationships" id="259" r:id="R9c78f2d50b5149ac"/>
    <p:sldId xmlns:r="http://schemas.openxmlformats.org/officeDocument/2006/relationships" id="260" r:id="Rb693489be52c42d5"/>
    <p:sldId xmlns:r="http://schemas.openxmlformats.org/officeDocument/2006/relationships" id="261" r:id="R3205f2b7f47d4dc9"/>
    <p:sldId xmlns:r="http://schemas.openxmlformats.org/officeDocument/2006/relationships" id="262" r:id="Rff5aa44364a14ad7"/>
    <p:sldId xmlns:r="http://schemas.openxmlformats.org/officeDocument/2006/relationships" id="263" r:id="R4e10123ee4454dc0"/>
    <p:sldId xmlns:r="http://schemas.openxmlformats.org/officeDocument/2006/relationships" id="264" r:id="Re65d119a87ec4b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e38b44729c4416" /><Relationship Type="http://schemas.openxmlformats.org/officeDocument/2006/relationships/slideMaster" Target="/ppt/slideMasters/slideMaster1.xml" Id="Re7dd741ef29c463e" /><Relationship Type="http://schemas.openxmlformats.org/officeDocument/2006/relationships/notesMaster" Target="/ppt/notesMasters/notesMaster1.xml" Id="Rc7bc2b11b0714b55" /><Relationship Type="http://schemas.openxmlformats.org/officeDocument/2006/relationships/presProps" Target="/ppt/presProps.xml" Id="R4814ef16cd1443aa" /><Relationship Type="http://schemas.openxmlformats.org/officeDocument/2006/relationships/tableStyles" Target="/ppt/tableStyles.xml" Id="Rba4c1024211240d5" /><Relationship Type="http://schemas.openxmlformats.org/officeDocument/2006/relationships/slide" Target="/ppt/slides/slide1.xml" Id="R9a355aa94aea4a60" /><Relationship Type="http://schemas.openxmlformats.org/officeDocument/2006/relationships/slide" Target="/ppt/slides/slide2.xml" Id="R3e0e82242b244b24" /><Relationship Type="http://schemas.openxmlformats.org/officeDocument/2006/relationships/slide" Target="/ppt/slides/slide3.xml" Id="R379e27254caf47ed" /><Relationship Type="http://schemas.openxmlformats.org/officeDocument/2006/relationships/slide" Target="/ppt/slides/slide4.xml" Id="R9c78f2d50b5149ac" /><Relationship Type="http://schemas.openxmlformats.org/officeDocument/2006/relationships/slide" Target="/ppt/slides/slide5.xml" Id="Rb693489be52c42d5" /><Relationship Type="http://schemas.openxmlformats.org/officeDocument/2006/relationships/slide" Target="/ppt/slides/slide6.xml" Id="R3205f2b7f47d4dc9" /><Relationship Type="http://schemas.openxmlformats.org/officeDocument/2006/relationships/slide" Target="/ppt/slides/slide7.xml" Id="Rff5aa44364a14ad7" /><Relationship Type="http://schemas.openxmlformats.org/officeDocument/2006/relationships/slide" Target="/ppt/slides/slide8.xml" Id="R4e10123ee4454dc0" /><Relationship Type="http://schemas.openxmlformats.org/officeDocument/2006/relationships/slide" Target="/ppt/slides/slide9.xml" Id="Re65d119a87ec4b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5e49478e4a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f900acd28d4f85" /><Relationship Type="http://schemas.openxmlformats.org/officeDocument/2006/relationships/notesMaster" Target="/ppt/notesMasters/notesMaster1.xml" Id="Ra21cb1232dab40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80f1dc4ba54c16" /><Relationship Type="http://schemas.openxmlformats.org/officeDocument/2006/relationships/notesMaster" Target="/ppt/notesMasters/notesMaster1.xml" Id="R5680d24ac38f45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720b6367a34f08" /><Relationship Type="http://schemas.openxmlformats.org/officeDocument/2006/relationships/notesMaster" Target="/ppt/notesMasters/notesMaster1.xml" Id="Re0403908bb6e48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a6057d26d24145" /><Relationship Type="http://schemas.openxmlformats.org/officeDocument/2006/relationships/notesMaster" Target="/ppt/notesMasters/notesMaster1.xml" Id="R64ed51e5d93241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6234d21c70420e" /><Relationship Type="http://schemas.openxmlformats.org/officeDocument/2006/relationships/notesMaster" Target="/ppt/notesMasters/notesMaster1.xml" Id="Rfa7097c0508c48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04fc1935f14dcd" /><Relationship Type="http://schemas.openxmlformats.org/officeDocument/2006/relationships/notesMaster" Target="/ppt/notesMasters/notesMaster1.xml" Id="R239fffea138e48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5efd83a1a447b0" /><Relationship Type="http://schemas.openxmlformats.org/officeDocument/2006/relationships/notesMaster" Target="/ppt/notesMasters/notesMaster1.xml" Id="R408a4ea0165c44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f47f3df23649fd" /><Relationship Type="http://schemas.openxmlformats.org/officeDocument/2006/relationships/notesMaster" Target="/ppt/notesMasters/notesMaster1.xml" Id="R8f443eb3398345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0a13fff37745b9" /><Relationship Type="http://schemas.openxmlformats.org/officeDocument/2006/relationships/notesMaster" Target="/ppt/notesMasters/notesMaster1.xml" Id="R3b488f8785e843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practice/fixtures/normal.json 的完整 7 行；按 business-rules.md 及独立 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本页讲解：SKILL.md 说明这项工作怎么开始、什么时候完成；详细口径放 references，处理代码放 scripts。图上的三个脚本名表示职责，参考包把它们合在 pipeline.py 中。tests 常放检查脚本的程序测试，evals 常放让 AI 实际完成任务的场景和判定标准。这是组织文件的惯例，目录都按需增加。正确答案可以供两类检查共用，放在包内或包外均可；关键是来自已确认的规则，而不是照抄当前输出。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05 的目录架构；标准必需入口与可选目录依据 Agent Skills 规范。inspect/transform/validate 为职责示例，练习包将三阶段收在 pipeline.py，未冒充包含三个同名脚本。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目录中的脚本是职责示例。真实下载练习按三阶段 pipeline.py 执行，未安装或验证目标同事的 Qoder。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本页讲解：工单跟练先完成结果与安装复用的基础验证。理解 Evals，可以看一批固定的真实任务：选 10 个端到端需求，覆盖登录、支付、权限、超时和异常处理，用同一套 Tests 判定成功。假设 Skill V1 完成 6 个、V2 完成 8 个，成功率就是 60% 和 80%，提升 20 个百分点；同时比较质量、耗时、Token 和失败原因。Task eval 可以复用 tests 的断言，增加的价值在于整批任务的表现比较。Trigger eval 看是否正确触发，Production eval 观察真实使用中的质量、成本与失败。图中数字只是示例，需重复运行并控制模型、工具、数据和运行条件，才能判断改善是否稳定。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你可以从手头一件重复工作开始，不必一次做出一个大系统。选定任务后，用自评看看还缺什么，再准备几份能判断对错的样例。在新对话里跑通了，就请另一位同事拿同版本再试，看看哪些说明还不够。遇到问题，把脱敏输入、预期与实际结果和校验记录一起交给张坚、李琦。这样大家能重现问题，也更容易把修正补进下一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e72409a16941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da58a106054d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7908ff63d14d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24d1503534b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69accaa4b4a2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ecb45ffe1b42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BA2324-4619-4FFA-A307-EE1460EA30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4E1348D-6822-40F0-A434-CD4AC21B0E0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32A08A-BA4F-4354-B1DA-A0E2DFBF9E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4B4ECB2-5ED3-4C44-A70E-80E8454EFA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F3B89C5-0911-48E1-9435-A04B65C67A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32A3382-493D-4591-B573-DB25AC79CC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8D753D6-E5E4-454F-AAAB-B3503B9D9A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FFA9E38-8B55-4698-A83E-DC774875ED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91B9BC-CBDE-4591-9ECE-0AD3DB0E1F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CAF3D6-6C5E-40D3-9F77-30CE6444A7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b9155ae27141f2" /><Relationship Type="http://schemas.openxmlformats.org/officeDocument/2006/relationships/slideLayout" Target="/ppt/slideLayouts/slideLayout1.xml" Id="R578e9d4cca80488b" /><Relationship Type="http://schemas.openxmlformats.org/officeDocument/2006/relationships/slideLayout" Target="/ppt/slideLayouts/slideLayout2.xml" Id="R00b7fd0f1c8f477a" /><Relationship Type="http://schemas.openxmlformats.org/officeDocument/2006/relationships/slideLayout" Target="/ppt/slideLayouts/slideLayout3.xml" Id="R8668bd57946142ca" /><Relationship Type="http://schemas.openxmlformats.org/officeDocument/2006/relationships/slideLayout" Target="/ppt/slideLayouts/slideLayout4.xml" Id="Rb8d0e9070eca473d" /><Relationship Type="http://schemas.openxmlformats.org/officeDocument/2006/relationships/slideLayout" Target="/ppt/slideLayouts/slideLayout5.xml" Id="R084150904f9c43ec" /><Relationship Type="http://schemas.openxmlformats.org/officeDocument/2006/relationships/slideLayout" Target="/ppt/slideLayouts/slideLayout6.xml" Id="R4f429b371aca40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8e9d4cca80488b"/>
    <p:sldLayoutId xmlns:r="http://schemas.openxmlformats.org/officeDocument/2006/relationships" id="2147483650" r:id="R00b7fd0f1c8f477a"/>
    <p:sldLayoutId xmlns:r="http://schemas.openxmlformats.org/officeDocument/2006/relationships" id="2147483651" r:id="R8668bd57946142ca"/>
    <p:sldLayoutId xmlns:r="http://schemas.openxmlformats.org/officeDocument/2006/relationships" id="2147483652" r:id="Rb8d0e9070eca473d"/>
    <p:sldLayoutId xmlns:r="http://schemas.openxmlformats.org/officeDocument/2006/relationships" id="2147483653" r:id="R084150904f9c43ec"/>
    <p:sldLayoutId xmlns:r="http://schemas.openxmlformats.org/officeDocument/2006/relationships" id="2147483654" r:id="R4f429b371aca40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26fc995fe8491c" /><Relationship Type="http://schemas.openxmlformats.org/officeDocument/2006/relationships/image" Target="/ppt/media/image.png" Id="R17d72369eea84f52" /><Relationship Type="http://schemas.openxmlformats.org/officeDocument/2006/relationships/notesSlide" Target="/ppt/notesSlides/notesSlide1.xml" Id="Ra488e639359f43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cf88214fae476e" /><Relationship Type="http://schemas.openxmlformats.org/officeDocument/2006/relationships/image" Target="/ppt/media/image2.png" Id="R5a7b0466d3194665" /><Relationship Type="http://schemas.openxmlformats.org/officeDocument/2006/relationships/notesSlide" Target="/ppt/notesSlides/notesSlide2.xml" Id="R7f98f9171da240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5f962682e54fec" /><Relationship Type="http://schemas.openxmlformats.org/officeDocument/2006/relationships/image" Target="/ppt/media/image3.png" Id="R9549638609eb45cb" /><Relationship Type="http://schemas.openxmlformats.org/officeDocument/2006/relationships/notesSlide" Target="/ppt/notesSlides/notesSlide3.xml" Id="R1c9d473de72b4a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58fd366fba4ca0" /><Relationship Type="http://schemas.openxmlformats.org/officeDocument/2006/relationships/image" Target="/ppt/media/image4.png" Id="Rbf41703134e24361" /><Relationship Type="http://schemas.openxmlformats.org/officeDocument/2006/relationships/notesSlide" Target="/ppt/notesSlides/notesSlide4.xml" Id="R6724556d2f9043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38d6e2f8fe439b" /><Relationship Type="http://schemas.openxmlformats.org/officeDocument/2006/relationships/image" Target="/ppt/media/image5.png" Id="Rc5aee9c462854d06" /><Relationship Type="http://schemas.openxmlformats.org/officeDocument/2006/relationships/notesSlide" Target="/ppt/notesSlides/notesSlide5.xml" Id="Rb7fcfae3538942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fd8af146154f2d" /><Relationship Type="http://schemas.openxmlformats.org/officeDocument/2006/relationships/image" Target="/ppt/media/image6.png" Id="R12221d262c064f57" /><Relationship Type="http://schemas.openxmlformats.org/officeDocument/2006/relationships/notesSlide" Target="/ppt/notesSlides/notesSlide6.xml" Id="R55147a23e55441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d415bcd465481a" /><Relationship Type="http://schemas.openxmlformats.org/officeDocument/2006/relationships/image" Target="/ppt/media/image7.png" Id="R98ddad3b0a8b4281" /><Relationship Type="http://schemas.openxmlformats.org/officeDocument/2006/relationships/notesSlide" Target="/ppt/notesSlides/notesSlide7.xml" Id="Rf01fb4552d6a44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ba1fbb05414cb4" /><Relationship Type="http://schemas.openxmlformats.org/officeDocument/2006/relationships/image" Target="/ppt/media/image8.png" Id="Rfb3598eab7914807" /><Relationship Type="http://schemas.openxmlformats.org/officeDocument/2006/relationships/notesSlide" Target="/ppt/notesSlides/notesSlide8.xml" Id="R1791397e312044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8358e3d994434e" /><Relationship Type="http://schemas.openxmlformats.org/officeDocument/2006/relationships/image" Target="/ppt/media/image9.png" Id="R4542e172210e47fb" /><Relationship Type="http://schemas.openxmlformats.org/officeDocument/2006/relationships/notesSlide" Target="/ppt/notesSlides/notesSlide9.xml" Id="R334753281be044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8B2459-A145-4207-8E30-83B17DD0DA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72369eea84f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7FACC28F-C207-40AA-B116-FABCF3E3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C02482-9D4D-4266-8739-113DFE3A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1EA1DD0B-4C16-4F38-9B04-E37B0C6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3308B103-3430-4C90-B951-6BE3F93C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552B1E1C-A187-496D-A27B-36A64342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E1D44107-A8F8-41EF-90AA-9A6B3FEB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110DAE27-3923-4573-A35E-EC904B42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72748BC9-0C36-4D8E-86BD-E3CF8066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B49F2B5E-9B63-42BB-A832-4CE453FA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C59CDCAE-4EB6-4B45-AD54-C0D12CEA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72D8F8B1-AC3B-4C59-84D9-9077DCAB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4338B2E6-B07F-4A07-A02D-85135DD1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DB9E1728-D3C8-4F82-AD45-FF965497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1EA6CD0D-DDEA-43B1-ABB4-E63336B7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43556972-D038-453C-9163-E8A6F361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85A41FE0-3882-4803-989E-F301A4C1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366808A3-C32C-478D-B5C5-7F843A99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EC2A1875-D7B9-49F0-B770-D19D91A8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551B5E61-5E4A-4618-83EE-2CF7629E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89FB3BA8-52F9-4444-BC89-D5C737D3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CD4F0152-CD53-45D8-B597-FFD4C929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DD721DA2-010D-443B-8F50-726FDC83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CABAA351-F9E5-43C6-9B47-82E72D0A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0428A696-F134-4C23-BBDF-3F379BED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E7D14CD1-E871-4E0C-8521-31831C54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44970BF4-A72E-403A-977F-AD498FB7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A7659274-9CFF-46C4-AA9A-4A0E7438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25B7FE7B-0304-4A3A-991A-A71F2675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C06F1C45-26A2-41BA-B6ED-37F9C1BA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7628F4D8-4F25-4549-85A2-5E3BED49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21071060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F9D25-9060-4AA1-95B7-0024A85CEF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b0466d319466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3B0E88B-B026-4CAF-BC38-482251B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D9B323-804B-4A29-BF1E-DAE7F337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A9C9D2A-D479-466A-BD46-7861B9AF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66DFA52F-029B-4372-A1D8-D1492F5F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F3A70-7759-40D5-9B4F-6720833483C5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13E60540-BFC0-4185-A265-949B004F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6A26DDBA-C5B5-4D59-8B7D-8D9C106B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9FCAD0E6-6CA5-4A13-89E4-8A67DEB3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FE3076F6-ABD9-4244-B13D-7290C2AE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A8F91848-3A68-455C-B43D-7833B9F9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7074DA71-2115-4203-B31B-E8CF857B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462DC1DB-95A6-41B8-81E1-E390D08A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58EF7A1E-F9D2-4E87-8160-E3BC4F4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AF0EFC49-291E-4500-BF7E-2A104ECE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7FE98E19-9FAB-4E91-866D-0F7F81F5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85322A18-3434-4807-81A0-50F7C1D2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96D9D9EB-6287-481F-BCBF-21BAABDE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AF6D8EE7-A58F-4E45-B243-9A50599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2E6BFDD5-C0FF-4243-A767-E0F4E472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18698305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5F616F-9802-436C-A065-6BA9028E84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9638609eb45c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646AE520-4F5D-4317-AE13-1B4E655C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3DE462-E6FB-4BF9-B16B-94BECB0D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5099A84-BCA6-4B4D-8D45-9FE6C2B4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3A665B26-AD3E-46FB-A94B-C7CF31AD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3B2698C7-07D2-4CBE-9511-4D18D243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C6DABE56-76C4-454D-9932-3E1FE6D7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5840C50D-E4B4-437A-9DE8-CF870556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DB8D70AE-582D-4538-917F-7D22E0C0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63F04814-333D-4907-A20E-6301C001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ED2BCBA9-7B34-41EC-877E-334B2133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543EFE19-1BA9-4CDE-BE3B-BDE57A52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21197E2A-E91D-4AC5-AD93-503D9861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A92FD823-4FC5-4E84-A236-4E4924AA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15D97397-13AA-4110-B31B-DAF7704C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CE835AB0-155A-4A9B-A0C3-91CBCC9F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48E1A353-B35A-4F4E-BE5F-CF7D585A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78EDE0DE-A373-40F7-ABD4-D8B433A2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3A0B7B6A-2F0A-43A7-AB34-D87AB851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90391D91-52FC-4C91-A952-2DDFF087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FC26265B-9ECC-4ADA-92EE-2576D28E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1D42FDCD-0CA5-4D50-A44D-0C1126CC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5E7F82E0-5022-4FD1-95B9-131227A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F4A92806-567B-481B-A5C7-1B5AE007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20ABD4F2-B795-46BA-8788-F980E8C5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22E2E016-98F0-4C19-A3A4-CCCD4F12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44C40EDF-EF10-4173-9325-CB832264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BA948370-0545-46C0-BBF6-5757D0AA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C99CDE3F-E27F-4F9E-8370-A07CA1CF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20534343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FF2852-C347-4341-AB17-EE9561EC11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41703134e2436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4FCFE60-6FF9-47C7-AC7C-E93D4312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88EB4B-F935-4767-BC48-C5ADBE02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F3675AF-C6E4-4DFB-827D-2C771C3A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C0A600C5-7430-44FB-8B05-28AABDB3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F94263E2-1ED3-4F13-9A33-B4F6CC31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4040312D-6C6B-405F-A90D-5BADFB19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F945BC03-A5F1-442F-945C-336D4E87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6FA18F00-0FF9-469E-B2C5-D82789E3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C7C2E90B-4D98-41B4-A80C-C108B56F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74349BE5-7FB5-4769-9809-DCBD0CB2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9B43A6D7-1B95-42D5-A1A1-34685A67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ABC7D4AC-3D55-49D2-89EC-81912DEB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F59C039C-AFFF-45BC-8284-53CE396D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5A03DBD0-8F84-423C-9686-511710A8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C718E123-3AC0-4D67-AD3E-E4980FC6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1154E851-E539-4F18-9E18-9F3FD265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43EDBF2E-29AE-44B4-9916-6EBC7696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523DD9B5-B174-4DC6-A292-8EA06FD6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B1F6F78A-3CE0-47BA-B54C-746DF660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3B21FB14-4460-4A2A-881C-D9CBDBA8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9A339105-5EB3-4712-B984-CAFA5814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C7336133-613A-4E75-B14C-4E5008DF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ED1C1D77-FE8C-4176-97F3-145E794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78D39D24-2910-4815-92E4-691F0895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41C67461-2842-47BB-B1C3-2F07032F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E5DA6A6B-D170-4DCB-BA44-78A850D5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7881B388-192F-4A48-9228-659A358F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98977FE4-4DF3-4593-88AA-46F5C9E1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3274FA45-EB26-430F-AA7C-C07B7327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85A2FB11-EA15-4467-8E17-4557CAF7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FB015B91-95B8-4AAD-B151-3C981B4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AB610D69-E360-47B2-965F-DFB5E5A6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6C5AC6E7-5AF4-4E15-87A8-3A9CEE51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CEA566B0-A07F-477C-A303-C625419C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586876B7-62A8-4C64-834F-55FF4CDE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CC9A8F5D-10EC-4F0E-905A-9DB38A63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0818F3B7-3DB7-4318-A12B-FCB18532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7721EA43-3304-40A5-B599-8EE8FC3F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6B028557-37F7-4858-BB42-723249DE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36840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B3776-2753-4712-9D3A-D48BD8967B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ee9c462854d0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515ED55-FFB0-4937-A103-664FC906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C6BF33-448A-4AB1-A04D-CEDCA929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266B5557-B766-4A4B-9FDE-E4DA7E65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16DC8-DF75-401C-B9E6-1217249BE063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1BF1340-4DAB-48FB-BCE9-94557A9D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6C667AE2-860D-4EDA-8B07-ACE86C07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D18C6232-68C5-4A92-898E-08F8A0BE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C4249EC6-B04E-41FC-AEB2-BA09604C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1405158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FEA212-DCAE-45B1-9A52-4C118D86ED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21d262c064f5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B7B50B3-9001-4366-88C9-A055B588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A9C2CF-CB5F-4B13-9B22-E6C5E4E9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535E78B-F78A-4DA7-806A-2EC278B0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SKILL.md 保留入口与行为契约，详细 Spec 与 Implementation 按职责分开。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46D86241-B04A-4E34-8006-88FF10DA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5AC52557-A85B-432E-A426-C0FEFED7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7B3B4C4F-A1C2-4A92-B535-1DE0481E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5CD3D24C-9F77-4937-853A-E943A9C7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90850"/>
            <a:ext cx="878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B701288D-7C7B-44CA-816C-7339C18E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8817ACD7-5EF5-4B85-995E-48E8712C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28FF9509-08F8-4636-937D-5A67941A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B4709AE0-AD21-4965-AAA3-F3981B51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0">
            <a:extLst xmlns:a="http://schemas.openxmlformats.org/drawingml/2006/main">
              <a:ext uri="{FF2B5EF4-FFF2-40B4-BE49-F238E27FC236}">
                <a16:creationId xmlns:a16="http://schemas.microsoft.com/office/drawing/2014/main" id="{19121F57-5CF6-49A1-B19B-FEBD5DBB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60270E93-47B7-4E6F-8EB8-5A6CE2EE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5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466E5E0D-5AB2-497F-8AD6-0F99E283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6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1AE88AD3-1781-4544-8391-828A24BC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何时使用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执行路径与分支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7" name="directory-1">
            <a:extLst xmlns:a="http://schemas.openxmlformats.org/drawingml/2006/main">
              <a:ext uri="{FF2B5EF4-FFF2-40B4-BE49-F238E27FC236}">
                <a16:creationId xmlns:a16="http://schemas.microsoft.com/office/drawing/2014/main" id="{07574B6F-81BA-4DED-B740-B5A46923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EC0642E8-4DAF-4E45-9B65-9CD3B5F1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19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48ED3FF3-F153-4FFD-81E1-500A858A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业务与技术 Spec</a:t>
            </a:r>
          </a:p>
        </p:txBody>
      </p:sp>
      <p:sp>
        <p:nvSpPr>
          <p:cNvPr id="20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F41EB765-ECD0-454B-BD92-432D3474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workflow-spec.md</a:t>
            </a:r>
          </a:p>
        </p:txBody>
      </p:sp>
      <p:sp>
        <p:nvSpPr>
          <p:cNvPr id="21" name="directory-2">
            <a:extLst xmlns:a="http://schemas.openxmlformats.org/drawingml/2006/main">
              <a:ext uri="{FF2B5EF4-FFF2-40B4-BE49-F238E27FC236}">
                <a16:creationId xmlns:a16="http://schemas.microsoft.com/office/drawing/2014/main" id="{F4622E9D-E6F3-411A-8DA0-677228A8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EA0A3706-E5D6-4A3D-92C0-F027F152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3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FD91C5D0-E78B-45AD-B8BD-A1A59DB8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4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CB6DCF12-041C-4DF8-9E63-F105C57C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输入检查 inspect.py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数据处理 transform.py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 validate.py</a:t>
            </a:r>
          </a:p>
        </p:txBody>
      </p:sp>
      <p:sp>
        <p:nvSpPr>
          <p:cNvPr id="25" name="directory-3">
            <a:extLst xmlns:a="http://schemas.openxmlformats.org/drawingml/2006/main">
              <a:ext uri="{FF2B5EF4-FFF2-40B4-BE49-F238E27FC236}">
                <a16:creationId xmlns:a16="http://schemas.microsoft.com/office/drawing/2014/main" id="{80076C39-9FEB-4BC7-9871-40D3EC88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227AC1FE-2854-4BF7-B032-2D05E09C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assets/</a:t>
            </a:r>
          </a:p>
        </p:txBody>
      </p:sp>
      <p:sp>
        <p:nvSpPr>
          <p:cNvPr id="27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F9B263A7-C839-407E-9FDB-260342A6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模板与静态资源</a:t>
            </a:r>
          </a:p>
        </p:txBody>
      </p:sp>
      <p:sp>
        <p:nvSpPr>
          <p:cNvPr id="28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63CEE50D-B507-4B0C-A1D9-501195EA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报表模板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实际需要的图片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其他输出资源</a:t>
            </a:r>
          </a:p>
        </p:txBody>
      </p:sp>
      <p:sp>
        <p:nvSpPr>
          <p:cNvPr id="29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41F8DEF4-4D02-414A-BABD-31FA00C3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常见扩展：tests/ 放程序测试，evals/ 放 AI 任务评估场景与判定标准。</a:t>
            </a:r>
          </a:p>
        </p:txBody>
      </p:sp>
      <p:sp>
        <p:nvSpPr>
          <p:cNvPr id="30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EDB5E3E-41A6-483F-9DC9-C3C43DAF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takeaway">
            <a:extLst xmlns:a="http://schemas.openxmlformats.org/drawingml/2006/main">
              <a:ext uri="{FF2B5EF4-FFF2-40B4-BE49-F238E27FC236}">
                <a16:creationId xmlns:a16="http://schemas.microsoft.com/office/drawing/2014/main" id="{404C1357-7564-4978-B351-36A94980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2" name="byline">
            <a:extLst xmlns:a="http://schemas.openxmlformats.org/drawingml/2006/main">
              <a:ext uri="{FF2B5EF4-FFF2-40B4-BE49-F238E27FC236}">
                <a16:creationId xmlns:a16="http://schemas.microsoft.com/office/drawing/2014/main" id="{06841734-071C-4854-A980-917333A5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3" name="page">
            <a:extLst xmlns:a="http://schemas.openxmlformats.org/drawingml/2006/main">
              <a:ext uri="{FF2B5EF4-FFF2-40B4-BE49-F238E27FC236}">
                <a16:creationId xmlns:a16="http://schemas.microsoft.com/office/drawing/2014/main" id="{2783E2BD-DCD2-4969-9B21-CF819AF7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10352235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D071EC-E43C-4BA2-AEA2-20FEF490DA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dad3b0a8b428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AE94FCC5-6AE8-40B6-85BF-75ECF4F4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FEAA26-9132-42D5-BEFB-9A413833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9BD32F6-1D74-4A86-B62B-180691BD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8E72DF3C-CFE5-45A6-8BD1-822C82A9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25B9EAE7-EAA7-48E8-9AD5-9D99962B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DDE2D987-01A6-4280-B3E7-1FABB846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63D072E1-9790-446A-8C09-EC13CBD6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E269C14D-8909-440D-B4FE-D5493231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3727BDB8-B217-4424-97C8-39B25449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F1C055E3-8BCB-41B9-85DB-992CE3F8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40B3870A-47E4-4B51-BF1C-61D3B69E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ED502A38-DC78-4A3F-A620-7DA4E90D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87F64B64-D0AD-447F-9A47-F13A048E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C0181E56-301E-4D6B-9322-4FE776AA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41959B20-C901-44B5-8619-D8C3371E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D26988A2-D029-4D4E-8F8A-7B62A2FC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F6631E63-906C-4C32-80DC-B254BF4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32238969-6700-4353-AA59-B64C6EFD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B9F0CA74-D619-40AA-80E7-3F1ABC3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4A4EB118-FF7C-4E93-8600-7E651288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BB97DB82-D6C7-4588-A013-ED0D63CC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D6C0FC1C-920F-4505-A707-760F873E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F0F995A0-3A93-4774-96E7-6F4FB586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42A94FF2-08F9-43A7-8400-BC9D26B5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6DB76FE0-ECA7-43AD-87BE-2C03F6E8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098E4CB9-4DCE-4ABD-95E8-727C7D63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A41BCD48-7BAC-4471-9047-A89D7F11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1304598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0E0906-5ED8-4AD7-A046-42672C804A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598eab791480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91C7A300-2491-412F-8ADE-C0423D7C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351E9F-564E-463F-955E-0E75EBB8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D422952-CBE0-417A-B718-D8AB2550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D8498F04-AA61-40EA-8418-6F10BB4D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23A6A2CB-7B04-4A34-9F98-29CEA183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F3D318FF-D98B-4DCA-996F-4954C71F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DED323F8-35F4-466E-9916-6B9A450F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22E323E6-CE54-4DC3-A44D-7097C5D7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D6D306FF-63B9-4801-BFE5-17BB8986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2E3E3D6D-AF79-422A-86BB-1B98C8B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635F3F59-37E9-4EF3-899F-57ACDA06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578266DB-7CE9-4528-BA04-5ED3CAF5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84924D28-452D-417B-BE80-FF0A54AA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DB8D561B-FC80-492F-82D8-9364D92D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7822E7C3-2ABD-4A8C-8335-793E50C0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611BC343-CF31-4BE4-9A7A-A91566D1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979BB57C-0A54-4B84-862A-F3864A7C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755C4B3F-F64B-4964-A49D-A701D921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99FD54A1-25E4-49A2-B517-0881A78F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8974E464-DACB-401C-8315-4A278211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6C611F72-4086-46E4-B96C-B4524C8F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370EFC34-1569-4315-B9EB-29A557D5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117E392C-B660-4684-91A9-A66DF008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5DB344E9-A84E-4EB8-946D-7FF1C85A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EE194E69-4E7A-4DC5-903E-362FDD96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99B03145-611D-4C09-AEA3-46E58EF5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5E9AC3B-C12F-4B44-9E4A-E1596FA9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D1EDBD32-4532-4756-ACD8-3B25816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C120F9A1-8450-4717-BE30-DA927FC8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01A01257-C2CD-4DFB-8793-3BA510C0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13485408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E64ADE-F608-40AE-9A53-3919FFD8A6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2e172210e47f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545F8F1-93E8-4D96-AF9A-155C3E16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0397D6-5327-4AFE-AB04-B3785EDC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ED9E361-52E9-487C-B454-B419CA23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04AC9F70-9093-447D-84EC-556430E7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8A8BAE29-0A88-400F-B937-95944F99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E0EA8A27-2F28-4884-AA52-A590575E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59917000-560A-48F7-9F93-9AD557D6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07D82DAB-C778-44D9-BFBE-19626592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28897F40-C556-432A-AB14-B3D5F278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A7464D5A-8674-405A-9B2B-96B32F32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51F7DB50-1633-4DB3-8440-DB90344B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完成三类验证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A0BA7186-0464-463C-B742-8D8349D8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正常、变化、异常，核对结果与停止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22D812CC-8402-4257-868F-52A1922B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64F265A5-F26C-47CD-80DC-6493BA0B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A74D7DC2-4593-4A6F-9AE2-8EF8AC5F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3E13C604-CD31-4008-A1AA-AA7AA706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41CB9EC3-D659-4BAA-B954-BED27AF0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FFF5058B-684D-418D-8A25-D9A48BD3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E71E3985-8D8B-4611-A7C7-E547DF0B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5057A159-27FB-4023-8234-3B2E918E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02C0B69D-E9BB-446B-826D-6DDD8A34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D166A308-297B-4023-B971-DF4C03AE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5D2400D0-1165-470F-BE84-1513560A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4B3CF50B-7C0E-4749-B7AC-D86D6222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4994AABC-3657-4FED-9D8F-5F5B2449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28FB8871-0053-4BE6-BCB8-14D1B08E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21336955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2026-10-13T02:28:47.7340000Z</dcterms:created>
  <dcterms:modified xsi:type="dcterms:W3CDTF">2026-10-13T02:28:47.7340000Z</dcterms:modified>
</coreProperties>
</file>